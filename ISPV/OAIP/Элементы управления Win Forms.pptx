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4.gif" ContentType="image/gif"/>
  <Override PartName="/ppt/media/image2.png" ContentType="image/png"/>
  <Override PartName="/ppt/media/image3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A050E-B292-4F72-A184-96D4176787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C15B2-BEA9-440B-B22E-7413D22075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B2E7F-BDA1-4C3A-913C-615331DE3A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609780-BCDC-47F6-93AF-301452CFBA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5F822-A706-4293-AA7B-3806FC0597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3CE60B-EF35-4EE6-ADF5-263041FA47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6AEA3-35B0-45D9-A548-344D191806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A7B00-51DA-4527-BCC4-D65185E730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92BC66-77E0-4E7D-BAD0-1A60915988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A52AF-E890-4BF5-856A-18A43F44C7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B07EF8-5225-4594-827D-FCC915E366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9F43A-C5FF-433B-8437-E78F298A5D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26D618-988B-4763-9DAF-E60E2D1755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D9A214-15E8-418C-BCC4-808BF47A64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43474-5E44-4831-90F6-ED6024297A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1BCE6-FCE0-4B20-8251-53179FF43D4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037520-6FDD-49E8-98CA-C75C3D3B92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D6F475-ADCC-46EF-A005-F4879B2578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D5C2D5-AFEB-4203-B6BB-3234BBC07E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1A4DE3-40EC-4775-B26B-E69707F504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B66AD6-105A-48D8-ADAF-C89BBC1512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318770-969A-42FE-A814-B1EA1B815B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7A456-32CE-419A-AEEB-843B80E736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09"/>
              </a:spcBef>
              <a:buNone/>
            </a:pP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5C532E-DC8A-4FC3-AFE1-B5E430FCF0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 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E352E6-A6A2-4F6F-B46A-F48437F8FBAC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32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380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79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ru-RU" sz="279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055F14-F48E-4168-98EA-A8E7AE705CB2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rgbClr val="000000"/>
                </a:solidFill>
                <a:latin typeface="Calibri Light"/>
              </a:rPr>
              <a:t>Элементы управления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Win Forms</a:t>
            </a:r>
            <a:endParaRPr b="0" lang="ru-RU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520" y="36018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 ListBox представляет собой простой список. Ключевым свойством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этого элемента является свойство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Items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, хранит набор всех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элементов списка.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4294800" y="3419640"/>
            <a:ext cx="3418920" cy="27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Добавление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Можно добавить сразу несколько элементов, например, массив. Для этого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используется метод AddRange: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Объект 2"/>
          <p:cNvSpPr/>
          <p:nvPr/>
        </p:nvSpPr>
        <p:spPr>
          <a:xfrm>
            <a:off x="837360" y="3050280"/>
            <a:ext cx="10515240" cy="1491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8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string[] countries = { 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Бразилия", "Аргентина", "Чили",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"Уругвай",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"Колумбия" };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listBox1.Items.AddRange(countries);</a:t>
            </a:r>
            <a:br>
              <a:rPr sz="2800"/>
            </a:br>
            <a:endParaRPr b="0" lang="ru-RU" sz="2800" spc="-1" strike="noStrike"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837720" y="4689360"/>
            <a:ext cx="2171520" cy="17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Вставка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 отличие от простого добавления вставка производится по определенному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индексу списка с помощью метода Insert: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Объект 2"/>
          <p:cNvSpPr/>
          <p:nvPr/>
        </p:nvSpPr>
        <p:spPr>
          <a:xfrm>
            <a:off x="837360" y="305028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listBox1.Items.Insert(1, 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Парагвай");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859320" y="3789360"/>
            <a:ext cx="3279960" cy="266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Удаление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Для удаления элемента по его тексту используется метод Remove: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Объект 2"/>
          <p:cNvSpPr/>
          <p:nvPr/>
        </p:nvSpPr>
        <p:spPr>
          <a:xfrm>
            <a:off x="837360" y="255996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listBox1.Items.Remove("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Чили");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Удаление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Чтобы удалить элемент по его индексу в списке, используется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метод RemoveAt: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Объект 2"/>
          <p:cNvSpPr/>
          <p:nvPr/>
        </p:nvSpPr>
        <p:spPr>
          <a:xfrm>
            <a:off x="837360" y="268452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listBox1.Items.RemoveAt(1);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Удаление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Можно очистить сразу весь список, применив метод Clear: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Объект 2"/>
          <p:cNvSpPr/>
          <p:nvPr/>
        </p:nvSpPr>
        <p:spPr>
          <a:xfrm>
            <a:off x="837360" y="247680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listBox1.Items.Clear();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837720" y="3380760"/>
            <a:ext cx="3301920" cy="291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Доступ к элементам списка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Используя индекс элемента, можно сам элемент в списке. Например, получим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первый элемент списка: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Объект 2"/>
          <p:cNvSpPr/>
          <p:nvPr/>
        </p:nvSpPr>
        <p:spPr>
          <a:xfrm>
            <a:off x="837360" y="289260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string firstElement = listBox1.Items[0];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Доступ к элементам списка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Свойство Count возвращает количество элементов в списке: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Объект 2"/>
          <p:cNvSpPr/>
          <p:nvPr/>
        </p:nvSpPr>
        <p:spPr>
          <a:xfrm>
            <a:off x="837360" y="2493360"/>
            <a:ext cx="10515240" cy="56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int count = listBox1.Items.Count;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Выделение элементов списка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SelectedIndex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: возвращает или устанавливает номер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выделенного элемента списка.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SelectedIndices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: возвращает или устанавливает коллекцию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выделенных элементов в виде набора их индексов</a:t>
            </a:r>
            <a:br>
              <a:rPr sz="2800"/>
            </a:b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SelectedItem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: возвращает или устанавливает текст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выделенного элемента</a:t>
            </a:r>
            <a:br>
              <a:rPr sz="2800"/>
            </a:b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SelectedItems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: возвращает или устанавливает выделенные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элементы в виде коллекции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Событие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SelectedIndexChanged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Из всех событий элемента ListBox надо отметить в первую очередь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событие SelectedIndexChanged, которое возникает при изменении выделенного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элемента: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Объект 2"/>
          <p:cNvSpPr/>
          <p:nvPr/>
        </p:nvSpPr>
        <p:spPr>
          <a:xfrm>
            <a:off x="837360" y="3224880"/>
            <a:ext cx="10515240" cy="270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9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void listBox1_SelectedIndexChanged(object sender, EventArgs e){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//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получаем выделенный элемент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string selectedCountry = listBox1.SelectedItem.ToString();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//выводим выделенный элемент (страну)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MessageBox.Show(selectedCountry);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}</a:t>
            </a:r>
            <a:br>
              <a:rPr sz="2800"/>
            </a:b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359640" y="3239280"/>
            <a:ext cx="5219640" cy="279648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1799280" y="1439640"/>
            <a:ext cx="10083600" cy="12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0600" y="108360"/>
            <a:ext cx="5548680" cy="1331280"/>
          </a:xfrm>
          <a:prstGeom prst="rect">
            <a:avLst/>
          </a:prstGeom>
          <a:ln w="0">
            <a:noFill/>
          </a:ln>
        </p:spPr>
      </p:pic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5759280" y="681840"/>
            <a:ext cx="5399640" cy="291780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899280" y="3755520"/>
            <a:ext cx="7199640" cy="297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ComboBox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 ComboBox образует выпадающий список и совмещает функциональность компонентов ListBox и TextBox. Для хранения элементов списка в ComboBox также предназначено свойство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Items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899280" y="3419640"/>
            <a:ext cx="4214160" cy="254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Добавление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Объект 2"/>
          <p:cNvSpPr/>
          <p:nvPr/>
        </p:nvSpPr>
        <p:spPr>
          <a:xfrm>
            <a:off x="837360" y="1707120"/>
            <a:ext cx="10515240" cy="270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4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// добавляем один элемент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comboBox1.Items.Add("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Парагвай");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// добавляем набор элементов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comboBox1.Items.AddRange(new string[] { 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Уругвай",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"Эквадор" });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// добавляем один элемент на определенную позицию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comboBox1.Items.Insert(1, "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Боливия");</a:t>
            </a:r>
            <a:br>
              <a:rPr sz="2800"/>
            </a:br>
            <a:endParaRPr b="0" lang="ru-RU" sz="28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844560" y="4679640"/>
            <a:ext cx="2935080" cy="201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Добавление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При добавлении с помощью методов Add / AddRange все новые элементы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помещаются в конец списка. Однако если мы зададим у ComboBox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свойство Sorted равным true, тогда при добавлении будет автоматически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производиться сортировка.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Удаление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Объект 2"/>
          <p:cNvSpPr/>
          <p:nvPr/>
        </p:nvSpPr>
        <p:spPr>
          <a:xfrm>
            <a:off x="837360" y="1928160"/>
            <a:ext cx="10515240" cy="270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5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// удаляем один элемент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comboBox1.Items.Remove("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Аргентина");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// удаляем элемент по индексу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comboBox1.Items.RemoveAt(1);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//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удаляем все элементы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comboBox1.Items.Clear();</a:t>
            </a:r>
            <a:br>
              <a:rPr sz="2800"/>
            </a:b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Настройка оформления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ComboBox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DropDownStyle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задает стиль ComboBox. Оно может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принимать три возможных значения: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Рисунок 7" descr=""/>
          <p:cNvPicPr/>
          <p:nvPr/>
        </p:nvPicPr>
        <p:blipFill>
          <a:blip r:embed="rId1"/>
          <a:stretch/>
        </p:blipFill>
        <p:spPr>
          <a:xfrm>
            <a:off x="2984760" y="3320280"/>
            <a:ext cx="6220440" cy="29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Событие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SelectedIndexChanged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Объект 2"/>
          <p:cNvSpPr/>
          <p:nvPr/>
        </p:nvSpPr>
        <p:spPr>
          <a:xfrm>
            <a:off x="837360" y="1689480"/>
            <a:ext cx="10515240" cy="1686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void comboBox1_SelectedIndexChanged(object sender, EventArgs e) {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string selectedState =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comboBox1.SelectedItem.ToString();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MessageBox.Show($"Вы выбрали {selectedState}");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}</a:t>
            </a:r>
            <a:br>
              <a:rPr sz="2200"/>
            </a:br>
            <a:endParaRPr b="0" lang="ru-RU" sz="22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899280" y="3494880"/>
            <a:ext cx="3419640" cy="32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 CheckedListBox представляет симбиоз компонентов ListBox и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CheckBox. Для каждого элемента такого списка определено специальное поле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CheckBox, которое можно отметить.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Объект 2"/>
          <p:cNvSpPr/>
          <p:nvPr/>
        </p:nvSpPr>
        <p:spPr>
          <a:xfrm>
            <a:off x="348840" y="3224880"/>
            <a:ext cx="11338200" cy="2701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7000"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void listBox1_SelectedIndexChanged(object sender, EventArgs e){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//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получаем выделенный элемент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string selectedCountry =  listBox1.SelectedItem.ToString();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//выводим выделенный элемент (страну)</a:t>
            </a:r>
            <a:endParaRPr b="0" lang="ru-RU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MessageBox.Show(selectedCountry);</a:t>
            </a:r>
            <a:br>
              <a:rPr sz="2800"/>
            </a:br>
            <a:r>
              <a:rPr b="0" lang="en-US" sz="2800" spc="-1" strike="noStrike">
                <a:solidFill>
                  <a:srgbClr val="000000"/>
                </a:solidFill>
                <a:latin typeface="Consolas"/>
              </a:rPr>
              <a:t>}</a:t>
            </a:r>
            <a:br>
              <a:rPr sz="2800"/>
            </a:b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 CheckedListBox представляет симбиоз компонентов ListBox и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CheckBox. Для каждого элемента такого списка определено специальное поле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CheckBox, которое можно отметить.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Все элементы задаются в CheckedListBox задаются в свойстве Items. Также, как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 для элементов ListBox и ComboBox, мы можем задать набор элементов. По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умолчанию для каждого добавляемого нового элемента флажок не отмечен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8820000" y="4458960"/>
            <a:ext cx="2340000" cy="202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Чтобы поставить отметку в checkBox рядом с элементом в списке, нам надо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сначала выделить элемент и дополнительным щелчком уже установить флажок.</a:t>
            </a:r>
            <a:br>
              <a:rPr sz="2800"/>
            </a:b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Однако это не всегда удобно, и с помощью свойства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CheckOnClick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 установке для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него значения true мы можем определить сразу выбор элемента и установку для него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флажка в один клик.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MultiColumn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при значении true позволяет сделать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многоколоночный список, если элементы не помещаются по длине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B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се выбранные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элементы будут доступны в свойстве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SelectedItems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, а их индексы – в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свойстве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SelectedIndeces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Элемент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CheckedListBox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 поскольку мы можем поставить отметку не для всех выбранных элементов,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то чтобы отдельно получить отмеченные элементы, у CheckedListBox имеются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свойства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CheckedItems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и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CheckedIndices</a:t>
            </a:r>
            <a:br>
              <a:rPr sz="2800"/>
            </a:b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360000" y="360000"/>
            <a:ext cx="2520000" cy="373788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3135600" y="3960000"/>
            <a:ext cx="8924400" cy="272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2"/>
          <p:cNvSpPr txBox="1"/>
          <p:nvPr/>
        </p:nvSpPr>
        <p:spPr>
          <a:xfrm>
            <a:off x="83772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Добавление и удаление элементов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Объект 1"/>
          <p:cNvSpPr txBox="1"/>
          <p:nvPr/>
        </p:nvSpPr>
        <p:spPr>
          <a:xfrm>
            <a:off x="837720" y="182556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Add(item): добавляет один элемент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AddRange(array): добавляет в список массив элементов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Insert(index, item): добавляет элемент по определенному индексу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Remove(item): удаляет элемент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RemoveAt(index): удаляет элемент по определенному индексу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Clear(): полностью очищает список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87720" y="465840"/>
            <a:ext cx="8565480" cy="241416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894240" y="3600000"/>
            <a:ext cx="1107072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NumericUpDown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Элемент NumericUpDown представляет пользователю выбор числа из определенного диапазона. Для определения диапазона чисел для выбора NumericUpDown имеет два свойства: Minimum (задает минимальное число) и Maximum (задает максимальное число).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Само значение элемента хранится в свойстве Value: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NumericUpDown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Если мы хотим отображать в поле дробные числа, то можно использовать свойство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DecimalPlaces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, которое указывает, сколько знаков после запятой должно отображаться. По умолчанию это свойство равно нулю.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NumericUpDown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Также можно задать отображение тысячного разделителя. Для этого для свойства </a:t>
            </a:r>
            <a:r>
              <a:rPr b="1" lang="ru-RU" sz="2800" spc="-1" strike="noStrike">
                <a:solidFill>
                  <a:srgbClr val="000000"/>
                </a:solidFill>
                <a:latin typeface="Calibri"/>
              </a:rPr>
              <a:t>ThousandsSeparator 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надо установить значение true.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rgbClr val="000000"/>
                </a:solidFill>
                <a:latin typeface="Calibri Light"/>
              </a:rPr>
              <a:t>Задание</a:t>
            </a:r>
            <a:endParaRPr b="0" lang="ru-RU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Создать программу «Список покупок».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Пользователь вводит наименование продукта в текстовое поле, при нажатии на кнопку «Добавить» в список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CheckedListBox</a:t>
            </a: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 добавляется введенный товар. 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</a:rPr>
              <a:t>Пользователь может отметить некоторые из товаров и нажать на кнопку «Удалить купленные», после чего отмеченные товары удаляются из списка.</a:t>
            </a:r>
            <a:endParaRPr b="0" lang="ru-RU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LibreOffice/7.3.3.2$Windows_X86_64 LibreOffice_project/d1d0ea68f081ee2800a922cac8f79445e4603348</Application>
  <AppVersion>15.0000</AppVersion>
  <Words>693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2025-11-07T06:03:59Z</dcterms:created>
  <dc:creator>221</dc:creator>
  <dc:description/>
  <dc:language>ru-RU</dc:language>
  <cp:lastModifiedBy/>
  <dcterms:modified xsi:type="dcterms:W3CDTF">2025-11-07T13:36:52Z</dcterms:modified>
  <cp:revision>26</cp:revision>
  <dc:subject/>
  <dc:title>Элементы управления Win Forms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28</vt:i4>
  </property>
</Properties>
</file>