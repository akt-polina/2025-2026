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notesSlides/notesSlide5.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3.xml" ContentType="application/vnd.openxmlformats-officedocument.presentationml.slide+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8.xml" ContentType="application/vnd.openxmlformats-officedocument.presentationml.slideLayout+xml"/>
  <Override PartName="/ppt/slides/slide2.xml" ContentType="application/vnd.openxmlformats-officedocument.presentationml.slid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18.xml" ContentType="application/vnd.openxmlformats-officedocument.presentationml.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1.xml" ContentType="application/vnd.openxmlformats-officedocument.presentationml.slideLayout+xml"/>
  <Override PartName="/ppt/notesSlides/notesSlide11.xml" ContentType="application/vnd.openxmlformats-officedocument.presentationml.notesSlide+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7.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slideLayouts/slideLayout20.xml" ContentType="application/vnd.openxmlformats-officedocument.presentationml.slideLayout+xml"/>
  <Override PartName="/ppt/slideLayouts/slideLayout17.xml" ContentType="application/vnd.openxmlformats-officedocument.presentationml.slideLayout+xml"/>
  <Override PartName="/ppt/notesSlides/notesSlide14.xml" ContentType="application/vnd.openxmlformats-officedocument.presentationml.notesSlide+xml"/>
  <Override PartName="/ppt/slideMasters/slideMaster2.xml" ContentType="application/vnd.openxmlformats-officedocument.presentationml.slideMaster+xml"/>
  <Override PartName="/ppt/notesSlides/notesSlide2.xml" ContentType="application/vnd.openxmlformats-officedocument.presentationml.notesSlide+xml"/>
  <Override PartName="/ppt/theme/theme3.xml" ContentType="application/vnd.openxmlformats-officedocument.theme+xml"/>
  <Override PartName="/ppt/slides/slide1.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7.xml" ContentType="application/vnd.openxmlformats-officedocument.presentationml.notesSlide+xml"/>
  <Override PartName="/ppt/slideLayouts/slideLayout6.xml" ContentType="application/vnd.openxmlformats-officedocument.presentationml.slideLayout+xml"/>
  <Override PartName="/ppt/slides/slide8.xml" ContentType="application/vnd.openxmlformats-officedocument.presentationml.slide+xml"/>
  <Override PartName="/docProps/app.xml" ContentType="application/vnd.openxmlformats-officedocument.extended-properties+xml"/>
  <Override PartName="/ppt/slides/slide4.xml" ContentType="application/vnd.openxmlformats-officedocument.presentationml.slide+xml"/>
  <Override PartName="/docProps/core.xml" ContentType="application/vnd.openxmlformats-package.core-properties+xml"/>
  <Override PartName="/ppt/slides/slide19.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s/slide11.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slideMasters/slideMaster1.xml" ContentType="application/vnd.openxmlformats-officedocument.presentationml.slideMaster+xml"/>
  <Override PartName="/ppt/slides/slide5.xml" ContentType="application/vnd.openxmlformats-officedocument.presentationml.slide+xml"/>
  <Override PartName="/ppt/notesSlides/notesSlide19.xml" ContentType="application/vnd.openxmlformats-officedocument.presentationml.notesSlide+xml"/>
  <Override PartName="/ppt/presentation.xml" ContentType="application/vnd.openxmlformats-officedocument.presentationml.presentation.main+xml"/>
  <Override PartName="/ppt/tableStyles.xml" ContentType="application/vnd.openxmlformats-officedocument.presentationml.tableStyles+xml"/>
  <Override PartName="/docProps/custom.xml" ContentType="application/vnd.openxmlformats-officedocument.custom-properties+xml"/>
  <Override PartName="/ppt/theme/theme1.xml" ContentType="application/vnd.openxmlformats-officedocument.them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 id="2147483661" r:id="rId2"/>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2192000" cy="6858000"/>
  <p:notesSz cx="7559675" cy="10691813"/>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0" d="100"/>
          <a:sy n="80" d="100"/>
        </p:scale>
        <p:origin x="-96" y="-588"/>
      </p:cViewPr>
      <p:guideLst>
        <p:guide pos="2160" orient="horz"/>
        <p:guide pos="384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theme" Target="theme/theme1.xml"/><Relationship Id="rId4" Type="http://schemas.openxmlformats.org/officeDocument/2006/relationships/theme" Target="theme/theme2.xml"/><Relationship Id="rId5" Type="http://schemas.openxmlformats.org/officeDocument/2006/relationships/theme" Target="theme/theme3.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presProps" Target="presProps.xml" /><Relationship Id="rId27" Type="http://schemas.openxmlformats.org/officeDocument/2006/relationships/tableStyles" Target="tableStyles.xml" /><Relationship Id="rId2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5A915B-372C-7E1C-1BE7-8B4C3EF320EA}" type="slidenum">
              <a:rPr/>
              <a:t/>
            </a:fld>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8979F24-00AF-8ED4-031F-8FBE818A369A}"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0309721" name="Slide Image Placeholder 1"/>
          <p:cNvSpPr>
            <a:spLocks noChangeAspect="1" noGrp="1" noRot="1"/>
          </p:cNvSpPr>
          <p:nvPr>
            <p:ph type="sldImg"/>
          </p:nvPr>
        </p:nvSpPr>
        <p:spPr bwMode="auto"/>
      </p:sp>
      <p:sp>
        <p:nvSpPr>
          <p:cNvPr id="503981696" name="Notes Placeholder 2"/>
          <p:cNvSpPr>
            <a:spLocks noGrp="1"/>
          </p:cNvSpPr>
          <p:nvPr>
            <p:ph type="body" idx="1"/>
          </p:nvPr>
        </p:nvSpPr>
        <p:spPr bwMode="auto"/>
        <p:txBody>
          <a:bodyPr/>
          <a:lstStyle/>
          <a:p>
            <a:pPr>
              <a:defRPr/>
            </a:pPr>
            <a:endParaRPr/>
          </a:p>
        </p:txBody>
      </p:sp>
      <p:sp>
        <p:nvSpPr>
          <p:cNvPr id="711273780" name="Slide Number Placeholder 3"/>
          <p:cNvSpPr>
            <a:spLocks noGrp="1"/>
          </p:cNvSpPr>
          <p:nvPr>
            <p:ph type="sldNum" sz="quarter" idx="10"/>
          </p:nvPr>
        </p:nvSpPr>
        <p:spPr bwMode="auto"/>
        <p:txBody>
          <a:bodyPr/>
          <a:lstStyle/>
          <a:p>
            <a:pPr>
              <a:defRPr/>
            </a:pPr>
            <a:fld id="{35347888-D5F9-2F3C-9EAB-3CD9BB4E845C}"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3891133" name="Slide Image Placeholder 1"/>
          <p:cNvSpPr>
            <a:spLocks noChangeAspect="1" noGrp="1" noRot="1"/>
          </p:cNvSpPr>
          <p:nvPr>
            <p:ph type="sldImg"/>
          </p:nvPr>
        </p:nvSpPr>
        <p:spPr bwMode="auto"/>
      </p:sp>
      <p:sp>
        <p:nvSpPr>
          <p:cNvPr id="1734421641" name="Notes Placeholder 2"/>
          <p:cNvSpPr>
            <a:spLocks noGrp="1"/>
          </p:cNvSpPr>
          <p:nvPr>
            <p:ph type="body" idx="1"/>
          </p:nvPr>
        </p:nvSpPr>
        <p:spPr bwMode="auto"/>
        <p:txBody>
          <a:bodyPr/>
          <a:lstStyle/>
          <a:p>
            <a:pPr>
              <a:defRPr/>
            </a:pPr>
            <a:endParaRPr/>
          </a:p>
        </p:txBody>
      </p:sp>
      <p:sp>
        <p:nvSpPr>
          <p:cNvPr id="2085552467" name="Slide Number Placeholder 3"/>
          <p:cNvSpPr>
            <a:spLocks noGrp="1"/>
          </p:cNvSpPr>
          <p:nvPr>
            <p:ph type="sldNum" sz="quarter" idx="10"/>
          </p:nvPr>
        </p:nvSpPr>
        <p:spPr bwMode="auto"/>
        <p:txBody>
          <a:bodyPr/>
          <a:lstStyle/>
          <a:p>
            <a:pPr>
              <a:defRPr/>
            </a:pPr>
            <a:fld id="{46810CB5-8DAC-02F9-496C-CBD7670ECAB3}"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7548573" name="Slide Image Placeholder 1"/>
          <p:cNvSpPr>
            <a:spLocks noChangeAspect="1" noGrp="1" noRot="1"/>
          </p:cNvSpPr>
          <p:nvPr>
            <p:ph type="sldImg"/>
          </p:nvPr>
        </p:nvSpPr>
        <p:spPr bwMode="auto"/>
      </p:sp>
      <p:sp>
        <p:nvSpPr>
          <p:cNvPr id="1741775609" name="Notes Placeholder 2"/>
          <p:cNvSpPr>
            <a:spLocks noGrp="1"/>
          </p:cNvSpPr>
          <p:nvPr>
            <p:ph type="body" idx="1"/>
          </p:nvPr>
        </p:nvSpPr>
        <p:spPr bwMode="auto"/>
        <p:txBody>
          <a:bodyPr/>
          <a:lstStyle/>
          <a:p>
            <a:pPr>
              <a:defRPr/>
            </a:pPr>
            <a:endParaRPr/>
          </a:p>
        </p:txBody>
      </p:sp>
      <p:sp>
        <p:nvSpPr>
          <p:cNvPr id="1303361629" name="Slide Number Placeholder 3"/>
          <p:cNvSpPr>
            <a:spLocks noGrp="1"/>
          </p:cNvSpPr>
          <p:nvPr>
            <p:ph type="sldNum" sz="quarter" idx="10"/>
          </p:nvPr>
        </p:nvSpPr>
        <p:spPr bwMode="auto"/>
        <p:txBody>
          <a:bodyPr/>
          <a:lstStyle/>
          <a:p>
            <a:pPr>
              <a:defRPr/>
            </a:pPr>
            <a:fld id="{7598F61B-BEE8-037B-CBCC-2B31489E0A11}"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6501856" name="Slide Image Placeholder 1"/>
          <p:cNvSpPr>
            <a:spLocks noChangeAspect="1" noGrp="1" noRot="1"/>
          </p:cNvSpPr>
          <p:nvPr>
            <p:ph type="sldImg"/>
          </p:nvPr>
        </p:nvSpPr>
        <p:spPr bwMode="auto"/>
      </p:sp>
      <p:sp>
        <p:nvSpPr>
          <p:cNvPr id="567983546" name="Notes Placeholder 2"/>
          <p:cNvSpPr>
            <a:spLocks noGrp="1"/>
          </p:cNvSpPr>
          <p:nvPr>
            <p:ph type="body" idx="1"/>
          </p:nvPr>
        </p:nvSpPr>
        <p:spPr bwMode="auto"/>
        <p:txBody>
          <a:bodyPr/>
          <a:lstStyle/>
          <a:p>
            <a:pPr>
              <a:defRPr/>
            </a:pPr>
            <a:endParaRPr/>
          </a:p>
        </p:txBody>
      </p:sp>
      <p:sp>
        <p:nvSpPr>
          <p:cNvPr id="670328684" name="Slide Number Placeholder 3"/>
          <p:cNvSpPr>
            <a:spLocks noGrp="1"/>
          </p:cNvSpPr>
          <p:nvPr>
            <p:ph type="sldNum" sz="quarter" idx="10"/>
          </p:nvPr>
        </p:nvSpPr>
        <p:spPr bwMode="auto"/>
        <p:txBody>
          <a:bodyPr/>
          <a:lstStyle/>
          <a:p>
            <a:pPr>
              <a:defRPr/>
            </a:pPr>
            <a:fld id="{0AFB228F-1723-F2BF-FC4C-D9CD71B93E34}"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5705269" name="Slide Image Placeholder 1"/>
          <p:cNvSpPr>
            <a:spLocks noChangeAspect="1" noGrp="1" noRot="1"/>
          </p:cNvSpPr>
          <p:nvPr>
            <p:ph type="sldImg"/>
          </p:nvPr>
        </p:nvSpPr>
        <p:spPr bwMode="auto"/>
      </p:sp>
      <p:sp>
        <p:nvSpPr>
          <p:cNvPr id="1989580893" name="Notes Placeholder 2"/>
          <p:cNvSpPr>
            <a:spLocks noGrp="1"/>
          </p:cNvSpPr>
          <p:nvPr>
            <p:ph type="body" idx="1"/>
          </p:nvPr>
        </p:nvSpPr>
        <p:spPr bwMode="auto"/>
        <p:txBody>
          <a:bodyPr/>
          <a:lstStyle/>
          <a:p>
            <a:pPr>
              <a:defRPr/>
            </a:pPr>
            <a:endParaRPr/>
          </a:p>
        </p:txBody>
      </p:sp>
      <p:sp>
        <p:nvSpPr>
          <p:cNvPr id="368850007" name="Slide Number Placeholder 3"/>
          <p:cNvSpPr>
            <a:spLocks noGrp="1"/>
          </p:cNvSpPr>
          <p:nvPr>
            <p:ph type="sldNum" sz="quarter" idx="10"/>
          </p:nvPr>
        </p:nvSpPr>
        <p:spPr bwMode="auto"/>
        <p:txBody>
          <a:bodyPr/>
          <a:lstStyle/>
          <a:p>
            <a:pPr>
              <a:defRPr/>
            </a:pPr>
            <a:fld id="{ED55AAB1-568A-E729-17A7-C09346B4291E}"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1795724" name="Slide Image Placeholder 1"/>
          <p:cNvSpPr>
            <a:spLocks noChangeAspect="1" noGrp="1" noRot="1"/>
          </p:cNvSpPr>
          <p:nvPr>
            <p:ph type="sldImg"/>
          </p:nvPr>
        </p:nvSpPr>
        <p:spPr bwMode="auto"/>
      </p:sp>
      <p:sp>
        <p:nvSpPr>
          <p:cNvPr id="1373450493" name="Notes Placeholder 2"/>
          <p:cNvSpPr>
            <a:spLocks noGrp="1"/>
          </p:cNvSpPr>
          <p:nvPr>
            <p:ph type="body" idx="1"/>
          </p:nvPr>
        </p:nvSpPr>
        <p:spPr bwMode="auto"/>
        <p:txBody>
          <a:bodyPr/>
          <a:lstStyle/>
          <a:p>
            <a:pPr>
              <a:defRPr/>
            </a:pPr>
            <a:endParaRPr/>
          </a:p>
        </p:txBody>
      </p:sp>
      <p:sp>
        <p:nvSpPr>
          <p:cNvPr id="1633028823" name="Slide Number Placeholder 3"/>
          <p:cNvSpPr>
            <a:spLocks noGrp="1"/>
          </p:cNvSpPr>
          <p:nvPr>
            <p:ph type="sldNum" sz="quarter" idx="10"/>
          </p:nvPr>
        </p:nvSpPr>
        <p:spPr bwMode="auto"/>
        <p:txBody>
          <a:bodyPr/>
          <a:lstStyle/>
          <a:p>
            <a:pPr>
              <a:defRPr/>
            </a:pPr>
            <a:fld id="{66C48D9D-7EFF-278E-FBE8-39F3477A8372}"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2644797" name="Slide Image Placeholder 1"/>
          <p:cNvSpPr>
            <a:spLocks noChangeAspect="1" noGrp="1" noRot="1"/>
          </p:cNvSpPr>
          <p:nvPr>
            <p:ph type="sldImg"/>
          </p:nvPr>
        </p:nvSpPr>
        <p:spPr bwMode="auto"/>
      </p:sp>
      <p:sp>
        <p:nvSpPr>
          <p:cNvPr id="1669592815" name="Notes Placeholder 2"/>
          <p:cNvSpPr>
            <a:spLocks noGrp="1"/>
          </p:cNvSpPr>
          <p:nvPr>
            <p:ph type="body" idx="1"/>
          </p:nvPr>
        </p:nvSpPr>
        <p:spPr bwMode="auto"/>
        <p:txBody>
          <a:bodyPr/>
          <a:lstStyle/>
          <a:p>
            <a:pPr>
              <a:defRPr/>
            </a:pPr>
            <a:endParaRPr/>
          </a:p>
        </p:txBody>
      </p:sp>
      <p:sp>
        <p:nvSpPr>
          <p:cNvPr id="1599791054" name="Slide Number Placeholder 3"/>
          <p:cNvSpPr>
            <a:spLocks noGrp="1"/>
          </p:cNvSpPr>
          <p:nvPr>
            <p:ph type="sldNum" sz="quarter" idx="10"/>
          </p:nvPr>
        </p:nvSpPr>
        <p:spPr bwMode="auto"/>
        <p:txBody>
          <a:bodyPr/>
          <a:lstStyle/>
          <a:p>
            <a:pPr>
              <a:defRPr/>
            </a:pPr>
            <a:fld id="{41ED30C6-61D8-550A-C69A-EFF05D2F1DD4}"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1641108" name="Slide Image Placeholder 1"/>
          <p:cNvSpPr>
            <a:spLocks noChangeAspect="1" noGrp="1" noRot="1"/>
          </p:cNvSpPr>
          <p:nvPr>
            <p:ph type="sldImg"/>
          </p:nvPr>
        </p:nvSpPr>
        <p:spPr bwMode="auto"/>
      </p:sp>
      <p:sp>
        <p:nvSpPr>
          <p:cNvPr id="822164317" name="Notes Placeholder 2"/>
          <p:cNvSpPr>
            <a:spLocks noGrp="1"/>
          </p:cNvSpPr>
          <p:nvPr>
            <p:ph type="body" idx="1"/>
          </p:nvPr>
        </p:nvSpPr>
        <p:spPr bwMode="auto"/>
        <p:txBody>
          <a:bodyPr/>
          <a:lstStyle/>
          <a:p>
            <a:pPr>
              <a:defRPr/>
            </a:pPr>
            <a:endParaRPr/>
          </a:p>
        </p:txBody>
      </p:sp>
      <p:sp>
        <p:nvSpPr>
          <p:cNvPr id="1369441934" name="Slide Number Placeholder 3"/>
          <p:cNvSpPr>
            <a:spLocks noGrp="1"/>
          </p:cNvSpPr>
          <p:nvPr>
            <p:ph type="sldNum" sz="quarter" idx="10"/>
          </p:nvPr>
        </p:nvSpPr>
        <p:spPr bwMode="auto"/>
        <p:txBody>
          <a:bodyPr/>
          <a:lstStyle/>
          <a:p>
            <a:pPr>
              <a:defRPr/>
            </a:pPr>
            <a:fld id="{A95CDD8E-6753-D3D1-80B9-51C264A6F828}"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7617159" name="Slide Image Placeholder 1"/>
          <p:cNvSpPr>
            <a:spLocks noChangeAspect="1" noGrp="1" noRot="1"/>
          </p:cNvSpPr>
          <p:nvPr>
            <p:ph type="sldImg"/>
          </p:nvPr>
        </p:nvSpPr>
        <p:spPr bwMode="auto"/>
      </p:sp>
      <p:sp>
        <p:nvSpPr>
          <p:cNvPr id="1823564368" name="Notes Placeholder 2"/>
          <p:cNvSpPr>
            <a:spLocks noGrp="1"/>
          </p:cNvSpPr>
          <p:nvPr>
            <p:ph type="body" idx="1"/>
          </p:nvPr>
        </p:nvSpPr>
        <p:spPr bwMode="auto"/>
        <p:txBody>
          <a:bodyPr/>
          <a:lstStyle/>
          <a:p>
            <a:pPr>
              <a:defRPr/>
            </a:pPr>
            <a:endParaRPr/>
          </a:p>
        </p:txBody>
      </p:sp>
      <p:sp>
        <p:nvSpPr>
          <p:cNvPr id="2038030684" name="Slide Number Placeholder 3"/>
          <p:cNvSpPr>
            <a:spLocks noGrp="1"/>
          </p:cNvSpPr>
          <p:nvPr>
            <p:ph type="sldNum" sz="quarter" idx="10"/>
          </p:nvPr>
        </p:nvSpPr>
        <p:spPr bwMode="auto"/>
        <p:txBody>
          <a:bodyPr/>
          <a:lstStyle/>
          <a:p>
            <a:pPr>
              <a:defRPr/>
            </a:pPr>
            <a:fld id="{5F40E60E-FAAF-5492-A613-B45DDDD181BE}"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5798916" name="Slide Image Placeholder 1"/>
          <p:cNvSpPr>
            <a:spLocks noChangeAspect="1" noGrp="1" noRot="1"/>
          </p:cNvSpPr>
          <p:nvPr>
            <p:ph type="sldImg"/>
          </p:nvPr>
        </p:nvSpPr>
        <p:spPr bwMode="auto"/>
      </p:sp>
      <p:sp>
        <p:nvSpPr>
          <p:cNvPr id="1892942622" name="Notes Placeholder 2"/>
          <p:cNvSpPr>
            <a:spLocks noGrp="1"/>
          </p:cNvSpPr>
          <p:nvPr>
            <p:ph type="body" idx="1"/>
          </p:nvPr>
        </p:nvSpPr>
        <p:spPr bwMode="auto"/>
        <p:txBody>
          <a:bodyPr/>
          <a:lstStyle/>
          <a:p>
            <a:pPr>
              <a:defRPr/>
            </a:pPr>
            <a:endParaRPr/>
          </a:p>
        </p:txBody>
      </p:sp>
      <p:sp>
        <p:nvSpPr>
          <p:cNvPr id="1098314755" name="Slide Number Placeholder 3"/>
          <p:cNvSpPr>
            <a:spLocks noGrp="1"/>
          </p:cNvSpPr>
          <p:nvPr>
            <p:ph type="sldNum" sz="quarter" idx="10"/>
          </p:nvPr>
        </p:nvSpPr>
        <p:spPr bwMode="auto"/>
        <p:txBody>
          <a:bodyPr/>
          <a:lstStyle/>
          <a:p>
            <a:pPr>
              <a:defRPr/>
            </a:pPr>
            <a:fld id="{6262C1DB-1D67-12F4-05AF-B4F368044E80}"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4075372" name="Slide Image Placeholder 1"/>
          <p:cNvSpPr>
            <a:spLocks noChangeAspect="1" noGrp="1" noRot="1"/>
          </p:cNvSpPr>
          <p:nvPr>
            <p:ph type="sldImg"/>
          </p:nvPr>
        </p:nvSpPr>
        <p:spPr bwMode="auto"/>
      </p:sp>
      <p:sp>
        <p:nvSpPr>
          <p:cNvPr id="1532056850" name="Notes Placeholder 2"/>
          <p:cNvSpPr>
            <a:spLocks noGrp="1"/>
          </p:cNvSpPr>
          <p:nvPr>
            <p:ph type="body" idx="1"/>
          </p:nvPr>
        </p:nvSpPr>
        <p:spPr bwMode="auto"/>
        <p:txBody>
          <a:bodyPr/>
          <a:lstStyle/>
          <a:p>
            <a:pPr>
              <a:defRPr/>
            </a:pPr>
            <a:endParaRPr/>
          </a:p>
        </p:txBody>
      </p:sp>
      <p:sp>
        <p:nvSpPr>
          <p:cNvPr id="41740907" name="Slide Number Placeholder 3"/>
          <p:cNvSpPr>
            <a:spLocks noGrp="1"/>
          </p:cNvSpPr>
          <p:nvPr>
            <p:ph type="sldNum" sz="quarter" idx="10"/>
          </p:nvPr>
        </p:nvSpPr>
        <p:spPr bwMode="auto"/>
        <p:txBody>
          <a:bodyPr/>
          <a:lstStyle/>
          <a:p>
            <a:pPr>
              <a:defRPr/>
            </a:pPr>
            <a:fld id="{DE48F45C-EC1A-2225-3305-7F925B8E0F55}"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2364338" name="Slide Image Placeholder 1"/>
          <p:cNvSpPr>
            <a:spLocks noChangeAspect="1" noGrp="1" noRot="1"/>
          </p:cNvSpPr>
          <p:nvPr>
            <p:ph type="sldImg"/>
          </p:nvPr>
        </p:nvSpPr>
        <p:spPr bwMode="auto"/>
      </p:sp>
      <p:sp>
        <p:nvSpPr>
          <p:cNvPr id="1168476586" name="Notes Placeholder 2"/>
          <p:cNvSpPr>
            <a:spLocks noGrp="1"/>
          </p:cNvSpPr>
          <p:nvPr>
            <p:ph type="body" idx="1"/>
          </p:nvPr>
        </p:nvSpPr>
        <p:spPr bwMode="auto"/>
        <p:txBody>
          <a:bodyPr/>
          <a:lstStyle/>
          <a:p>
            <a:pPr>
              <a:defRPr/>
            </a:pPr>
            <a:endParaRPr/>
          </a:p>
        </p:txBody>
      </p:sp>
      <p:sp>
        <p:nvSpPr>
          <p:cNvPr id="469084713" name="Slide Number Placeholder 3"/>
          <p:cNvSpPr>
            <a:spLocks noGrp="1"/>
          </p:cNvSpPr>
          <p:nvPr>
            <p:ph type="sldNum" sz="quarter" idx="10"/>
          </p:nvPr>
        </p:nvSpPr>
        <p:spPr bwMode="auto"/>
        <p:txBody>
          <a:bodyPr/>
          <a:lstStyle/>
          <a:p>
            <a:pPr>
              <a:defRPr/>
            </a:pPr>
            <a:fld id="{6316DFA4-5EA6-84F3-F8CB-FDDD8CEA6EB1}"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7243599" name="Slide Image Placeholder 1"/>
          <p:cNvSpPr>
            <a:spLocks noChangeAspect="1" noGrp="1" noRot="1"/>
          </p:cNvSpPr>
          <p:nvPr>
            <p:ph type="sldImg"/>
          </p:nvPr>
        </p:nvSpPr>
        <p:spPr bwMode="auto"/>
      </p:sp>
      <p:sp>
        <p:nvSpPr>
          <p:cNvPr id="2127895661" name="Notes Placeholder 2"/>
          <p:cNvSpPr>
            <a:spLocks noGrp="1"/>
          </p:cNvSpPr>
          <p:nvPr>
            <p:ph type="body" idx="1"/>
          </p:nvPr>
        </p:nvSpPr>
        <p:spPr bwMode="auto"/>
        <p:txBody>
          <a:bodyPr/>
          <a:lstStyle/>
          <a:p>
            <a:pPr>
              <a:defRPr/>
            </a:pPr>
            <a:endParaRPr/>
          </a:p>
        </p:txBody>
      </p:sp>
      <p:sp>
        <p:nvSpPr>
          <p:cNvPr id="1372336992" name="Slide Number Placeholder 3"/>
          <p:cNvSpPr>
            <a:spLocks noGrp="1"/>
          </p:cNvSpPr>
          <p:nvPr>
            <p:ph type="sldNum" sz="quarter" idx="10"/>
          </p:nvPr>
        </p:nvSpPr>
        <p:spPr bwMode="auto"/>
        <p:txBody>
          <a:bodyPr/>
          <a:lstStyle/>
          <a:p>
            <a:pPr>
              <a:defRPr/>
            </a:pPr>
            <a:fld id="{6CC1230B-47BD-10DA-ED20-5F983F88A8CA}"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830975" name="Slide Image Placeholder 1"/>
          <p:cNvSpPr>
            <a:spLocks noChangeAspect="1" noGrp="1" noRot="1"/>
          </p:cNvSpPr>
          <p:nvPr>
            <p:ph type="sldImg"/>
          </p:nvPr>
        </p:nvSpPr>
        <p:spPr bwMode="auto"/>
      </p:sp>
      <p:sp>
        <p:nvSpPr>
          <p:cNvPr id="95698924" name="Notes Placeholder 2"/>
          <p:cNvSpPr>
            <a:spLocks noGrp="1"/>
          </p:cNvSpPr>
          <p:nvPr>
            <p:ph type="body" idx="1"/>
          </p:nvPr>
        </p:nvSpPr>
        <p:spPr bwMode="auto"/>
        <p:txBody>
          <a:bodyPr/>
          <a:lstStyle/>
          <a:p>
            <a:pPr>
              <a:defRPr/>
            </a:pPr>
            <a:endParaRPr/>
          </a:p>
        </p:txBody>
      </p:sp>
      <p:sp>
        <p:nvSpPr>
          <p:cNvPr id="568521025" name="Slide Number Placeholder 3"/>
          <p:cNvSpPr>
            <a:spLocks noGrp="1"/>
          </p:cNvSpPr>
          <p:nvPr>
            <p:ph type="sldNum" sz="quarter" idx="10"/>
          </p:nvPr>
        </p:nvSpPr>
        <p:spPr bwMode="auto"/>
        <p:txBody>
          <a:bodyPr/>
          <a:lstStyle/>
          <a:p>
            <a:pPr>
              <a:defRPr/>
            </a:pPr>
            <a:fld id="{D6EB82CE-45B1-C83E-D45E-407A7BE6B71E}"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6069588" name="Slide Image Placeholder 1"/>
          <p:cNvSpPr>
            <a:spLocks noChangeAspect="1" noGrp="1" noRot="1"/>
          </p:cNvSpPr>
          <p:nvPr>
            <p:ph type="sldImg"/>
          </p:nvPr>
        </p:nvSpPr>
        <p:spPr bwMode="auto"/>
      </p:sp>
      <p:sp>
        <p:nvSpPr>
          <p:cNvPr id="1205468496" name="Notes Placeholder 2"/>
          <p:cNvSpPr>
            <a:spLocks noGrp="1"/>
          </p:cNvSpPr>
          <p:nvPr>
            <p:ph type="body" idx="1"/>
          </p:nvPr>
        </p:nvSpPr>
        <p:spPr bwMode="auto"/>
        <p:txBody>
          <a:bodyPr/>
          <a:lstStyle/>
          <a:p>
            <a:pPr>
              <a:defRPr/>
            </a:pPr>
            <a:endParaRPr/>
          </a:p>
        </p:txBody>
      </p:sp>
      <p:sp>
        <p:nvSpPr>
          <p:cNvPr id="701592648" name="Slide Number Placeholder 3"/>
          <p:cNvSpPr>
            <a:spLocks noGrp="1"/>
          </p:cNvSpPr>
          <p:nvPr>
            <p:ph type="sldNum" sz="quarter" idx="10"/>
          </p:nvPr>
        </p:nvSpPr>
        <p:spPr bwMode="auto"/>
        <p:txBody>
          <a:bodyPr/>
          <a:lstStyle/>
          <a:p>
            <a:pPr>
              <a:defRPr/>
            </a:pPr>
            <a:fld id="{07F5BEB5-1D69-B086-F2BC-DAC68F6CC32D}" type="slidenum">
              <a:rPr/>
              <a:t/>
            </a:fld>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4983876" name="Slide Image Placeholder 1"/>
          <p:cNvSpPr>
            <a:spLocks noChangeAspect="1" noGrp="1" noRot="1"/>
          </p:cNvSpPr>
          <p:nvPr>
            <p:ph type="sldImg"/>
          </p:nvPr>
        </p:nvSpPr>
        <p:spPr bwMode="auto"/>
      </p:sp>
      <p:sp>
        <p:nvSpPr>
          <p:cNvPr id="1897255692" name="Notes Placeholder 2"/>
          <p:cNvSpPr>
            <a:spLocks noGrp="1"/>
          </p:cNvSpPr>
          <p:nvPr>
            <p:ph type="body" idx="1"/>
          </p:nvPr>
        </p:nvSpPr>
        <p:spPr bwMode="auto"/>
        <p:txBody>
          <a:bodyPr/>
          <a:lstStyle/>
          <a:p>
            <a:pPr>
              <a:defRPr/>
            </a:pPr>
            <a:endParaRPr/>
          </a:p>
        </p:txBody>
      </p:sp>
      <p:sp>
        <p:nvSpPr>
          <p:cNvPr id="1413370442" name="Slide Number Placeholder 3"/>
          <p:cNvSpPr>
            <a:spLocks noGrp="1"/>
          </p:cNvSpPr>
          <p:nvPr>
            <p:ph type="sldNum" sz="quarter" idx="10"/>
          </p:nvPr>
        </p:nvSpPr>
        <p:spPr bwMode="auto"/>
        <p:txBody>
          <a:bodyPr/>
          <a:lstStyle/>
          <a:p>
            <a:pPr>
              <a:defRPr/>
            </a:pPr>
            <a:fld id="{8296A0C8-CBB4-47AE-ADBC-5AABF5771156}" type="slidenum">
              <a:rPr/>
              <a:t/>
            </a:fld>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DA81D4B-EA8A-8CC6-5C56-2E4BF6683A77}"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Slide">
    <p:spTree>
      <p:nvGrpSpPr>
        <p:cNvPr id="1" name=""/>
        <p:cNvGrpSpPr/>
        <p:nvPr/>
      </p:nvGrpSpPr>
      <p:grpSpPr bwMode="auto">
        <a:xfrm>
          <a:off x="0" y="0"/>
          <a:ext cx="0" cy="0"/>
          <a:chOff x="0" y="0"/>
          <a:chExt cx="0" cy="0"/>
        </a:xfrm>
      </p:grpSpPr>
      <p:sp>
        <p:nvSpPr>
          <p:cNvPr id="2" name="PlaceHolder 1"/>
          <p:cNvSpPr>
            <a:spLocks noGrp="1"/>
          </p:cNvSpPr>
          <p:nvPr>
            <p:ph type="ftr" idx="2"/>
          </p:nvPr>
        </p:nvSpPr>
        <p:spPr bwMode="auto"/>
        <p:txBody>
          <a:bodyPr/>
          <a:lstStyle/>
          <a:p>
            <a:pPr>
              <a:defRPr/>
            </a:pPr>
            <a:r>
              <a:rPr/>
              <a:t>Footer</a:t>
            </a:r>
            <a:endParaRPr/>
          </a:p>
        </p:txBody>
      </p:sp>
      <p:sp>
        <p:nvSpPr>
          <p:cNvPr id="3" name="PlaceHolder 2"/>
          <p:cNvSpPr>
            <a:spLocks noGrp="1"/>
          </p:cNvSpPr>
          <p:nvPr>
            <p:ph type="sldNum" idx="3"/>
          </p:nvPr>
        </p:nvSpPr>
        <p:spPr bwMode="auto"/>
        <p:txBody>
          <a:bodyPr/>
          <a:lstStyle/>
          <a:p>
            <a:pPr>
              <a:defRPr/>
            </a:pPr>
            <a:fld id="{E25A050E-B292-4F72-A184-96D4176787AE}" type="slidenum">
              <a:rPr/>
              <a:t>‹#›</a:t>
            </a:fld>
            <a:endParaRPr/>
          </a:p>
        </p:txBody>
      </p:sp>
      <p:sp>
        <p:nvSpPr>
          <p:cNvPr id="4" name="PlaceHolder 3"/>
          <p:cNvSpPr>
            <a:spLocks noGrp="1"/>
          </p:cNvSpPr>
          <p:nvPr>
            <p:ph type="dt" idx="1"/>
          </p:nvPr>
        </p:nvSpPr>
        <p:spPr bwMode="auto"/>
        <p:txBody>
          <a:body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x" userDrawn="1">
  <p:cSld name="Title Slide">
    <p:spTree>
      <p:nvGrpSpPr>
        <p:cNvPr id="1" name=""/>
        <p:cNvGrpSpPr/>
        <p:nvPr/>
      </p:nvGrpSpPr>
      <p:grpSpPr bwMode="auto">
        <a:xfrm>
          <a:off x="0" y="0"/>
          <a:ext cx="0" cy="0"/>
          <a:chOff x="0" y="0"/>
          <a:chExt cx="0" cy="0"/>
        </a:xfrm>
      </p:grpSpPr>
      <p:sp>
        <p:nvSpPr>
          <p:cNvPr id="5"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6" name="PlaceHolder 2"/>
          <p:cNvSpPr>
            <a:spLocks noGrp="1"/>
          </p:cNvSpPr>
          <p:nvPr>
            <p:ph type="subTitle"/>
          </p:nvPr>
        </p:nvSpPr>
        <p:spPr bwMode="auto">
          <a:xfrm>
            <a:off x="837720" y="1825200"/>
            <a:ext cx="10514880" cy="4350960"/>
          </a:xfrm>
          <a:prstGeom prst="rect">
            <a:avLst/>
          </a:prstGeom>
          <a:noFill/>
          <a:ln w="0">
            <a:noFill/>
          </a:ln>
        </p:spPr>
        <p:txBody>
          <a:bodyPr lIns="0" tIns="0" rIns="0" bIns="0" anchor="ctr">
            <a:noAutofit/>
          </a:bodyPr>
          <a:lstStyle/>
          <a:p>
            <a:pPr algn="ctr">
              <a:buNone/>
              <a:defRPr/>
            </a:pPr>
            <a:endParaRPr lang="ru-RU" sz="3200" b="0" strike="noStrike" spc="-1">
              <a:latin typeface="Arial"/>
            </a:endParaRPr>
          </a:p>
        </p:txBody>
      </p:sp>
      <p:sp>
        <p:nvSpPr>
          <p:cNvPr id="4" name="PlaceHolder 3"/>
          <p:cNvSpPr>
            <a:spLocks noGrp="1"/>
          </p:cNvSpPr>
          <p:nvPr>
            <p:ph type="ftr" idx="2"/>
          </p:nvPr>
        </p:nvSpPr>
        <p:spPr bwMode="auto"/>
        <p:txBody>
          <a:bodyPr/>
          <a:lstStyle/>
          <a:p>
            <a:pPr>
              <a:defRPr/>
            </a:pPr>
            <a:r>
              <a:rPr/>
              <a:t>Footer</a:t>
            </a:r>
            <a:endParaRPr/>
          </a:p>
        </p:txBody>
      </p:sp>
      <p:sp>
        <p:nvSpPr>
          <p:cNvPr id="2" name="PlaceHolder 4"/>
          <p:cNvSpPr>
            <a:spLocks noGrp="1"/>
          </p:cNvSpPr>
          <p:nvPr>
            <p:ph type="sldNum" idx="3"/>
          </p:nvPr>
        </p:nvSpPr>
        <p:spPr bwMode="auto"/>
        <p:txBody>
          <a:bodyPr/>
          <a:lstStyle/>
          <a:p>
            <a:pPr>
              <a:defRPr/>
            </a:pPr>
            <a:fld id="{A6EC15B2-BEA9-440B-B22E-7413D22075D8}" type="slidenum">
              <a:rPr/>
              <a:t>‹#›</a:t>
            </a:fld>
            <a:endParaRPr/>
          </a:p>
        </p:txBody>
      </p:sp>
      <p:sp>
        <p:nvSpPr>
          <p:cNvPr id="3" name="PlaceHolder 5"/>
          <p:cNvSpPr>
            <a:spLocks noGrp="1"/>
          </p:cNvSpPr>
          <p:nvPr>
            <p:ph type="dt" idx="1"/>
          </p:nvPr>
        </p:nvSpPr>
        <p:spPr bwMode="auto"/>
        <p:txBody>
          <a:body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Content">
    <p:spTree>
      <p:nvGrpSpPr>
        <p:cNvPr id="1" name=""/>
        <p:cNvGrpSpPr/>
        <p:nvPr/>
      </p:nvGrpSpPr>
      <p:grpSpPr bwMode="auto">
        <a:xfrm>
          <a:off x="0" y="0"/>
          <a:ext cx="0" cy="0"/>
          <a:chOff x="0" y="0"/>
          <a:chExt cx="0" cy="0"/>
        </a:xfrm>
      </p:grpSpPr>
      <p:sp>
        <p:nvSpPr>
          <p:cNvPr id="7"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8" name="PlaceHolder 2"/>
          <p:cNvSpPr>
            <a:spLocks noGrp="1"/>
          </p:cNvSpPr>
          <p:nvPr>
            <p:ph/>
          </p:nvPr>
        </p:nvSpPr>
        <p:spPr bwMode="auto">
          <a:xfrm>
            <a:off x="837720" y="1825200"/>
            <a:ext cx="105148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4" name="PlaceHolder 3"/>
          <p:cNvSpPr>
            <a:spLocks noGrp="1"/>
          </p:cNvSpPr>
          <p:nvPr>
            <p:ph type="ftr" idx="2"/>
          </p:nvPr>
        </p:nvSpPr>
        <p:spPr bwMode="auto"/>
        <p:txBody>
          <a:bodyPr/>
          <a:lstStyle/>
          <a:p>
            <a:pPr>
              <a:defRPr/>
            </a:pPr>
            <a:r>
              <a:rPr/>
              <a:t>Footer</a:t>
            </a:r>
            <a:endParaRPr/>
          </a:p>
        </p:txBody>
      </p:sp>
      <p:sp>
        <p:nvSpPr>
          <p:cNvPr id="5" name="PlaceHolder 4"/>
          <p:cNvSpPr>
            <a:spLocks noGrp="1"/>
          </p:cNvSpPr>
          <p:nvPr>
            <p:ph type="sldNum" idx="3"/>
          </p:nvPr>
        </p:nvSpPr>
        <p:spPr bwMode="auto"/>
        <p:txBody>
          <a:bodyPr/>
          <a:lstStyle/>
          <a:p>
            <a:pPr>
              <a:defRPr/>
            </a:pPr>
            <a:fld id="{282B2E7F-BDA1-4C3A-913C-615331DE3A99}" type="slidenum">
              <a:rPr/>
              <a:t>‹#›</a:t>
            </a:fld>
            <a:endParaRPr/>
          </a:p>
        </p:txBody>
      </p:sp>
      <p:sp>
        <p:nvSpPr>
          <p:cNvPr id="6" name="PlaceHolder 5"/>
          <p:cNvSpPr>
            <a:spLocks noGrp="1"/>
          </p:cNvSpPr>
          <p:nvPr>
            <p:ph type="dt" idx="1"/>
          </p:nvPr>
        </p:nvSpPr>
        <p:spPr bwMode="auto"/>
        <p:txBody>
          <a:body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itle, 2 Content">
    <p:spTree>
      <p:nvGrpSpPr>
        <p:cNvPr id="1" name=""/>
        <p:cNvGrpSpPr/>
        <p:nvPr/>
      </p:nvGrpSpPr>
      <p:grpSpPr bwMode="auto">
        <a:xfrm>
          <a:off x="0" y="0"/>
          <a:ext cx="0" cy="0"/>
          <a:chOff x="0" y="0"/>
          <a:chExt cx="0" cy="0"/>
        </a:xfrm>
      </p:grpSpPr>
      <p:sp>
        <p:nvSpPr>
          <p:cNvPr id="9"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10" name="PlaceHolder 2"/>
          <p:cNvSpPr>
            <a:spLocks noGrp="1"/>
          </p:cNvSpPr>
          <p:nvPr>
            <p:ph/>
          </p:nvPr>
        </p:nvSpPr>
        <p:spPr bwMode="auto">
          <a:xfrm>
            <a:off x="837720" y="1825200"/>
            <a:ext cx="51310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11" name="PlaceHolder 3"/>
          <p:cNvSpPr>
            <a:spLocks noGrp="1"/>
          </p:cNvSpPr>
          <p:nvPr>
            <p:ph/>
          </p:nvPr>
        </p:nvSpPr>
        <p:spPr bwMode="auto">
          <a:xfrm>
            <a:off x="6225840" y="1825200"/>
            <a:ext cx="51310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5" name="PlaceHolder 4"/>
          <p:cNvSpPr>
            <a:spLocks noGrp="1"/>
          </p:cNvSpPr>
          <p:nvPr>
            <p:ph type="ftr" idx="2"/>
          </p:nvPr>
        </p:nvSpPr>
        <p:spPr bwMode="auto"/>
        <p:txBody>
          <a:bodyPr/>
          <a:lstStyle/>
          <a:p>
            <a:pPr>
              <a:defRPr/>
            </a:pPr>
            <a:r>
              <a:rPr/>
              <a:t>Footer</a:t>
            </a:r>
            <a:endParaRPr/>
          </a:p>
        </p:txBody>
      </p:sp>
      <p:sp>
        <p:nvSpPr>
          <p:cNvPr id="6" name="PlaceHolder 5"/>
          <p:cNvSpPr>
            <a:spLocks noGrp="1"/>
          </p:cNvSpPr>
          <p:nvPr>
            <p:ph type="sldNum" idx="3"/>
          </p:nvPr>
        </p:nvSpPr>
        <p:spPr bwMode="auto"/>
        <p:txBody>
          <a:bodyPr/>
          <a:lstStyle/>
          <a:p>
            <a:pPr>
              <a:defRPr/>
            </a:pPr>
            <a:fld id="{95609780-BCDC-47F6-93AF-301452CFBAC1}" type="slidenum">
              <a:rPr/>
              <a:t>‹#›</a:t>
            </a:fld>
            <a:endParaRPr/>
          </a:p>
        </p:txBody>
      </p:sp>
      <p:sp>
        <p:nvSpPr>
          <p:cNvPr id="7" name="PlaceHolder 6"/>
          <p:cNvSpPr>
            <a:spLocks noGrp="1"/>
          </p:cNvSpPr>
          <p:nvPr>
            <p:ph type="dt" idx="1"/>
          </p:nvPr>
        </p:nvSpPr>
        <p:spPr bwMode="auto"/>
        <p:txBody>
          <a:body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2"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3" name="PlaceHolder 2"/>
          <p:cNvSpPr>
            <a:spLocks noGrp="1"/>
          </p:cNvSpPr>
          <p:nvPr>
            <p:ph type="ftr" idx="2"/>
          </p:nvPr>
        </p:nvSpPr>
        <p:spPr bwMode="auto"/>
        <p:txBody>
          <a:bodyPr/>
          <a:lstStyle/>
          <a:p>
            <a:pPr>
              <a:defRPr/>
            </a:pPr>
            <a:r>
              <a:rPr/>
              <a:t>Footer</a:t>
            </a:r>
            <a:endParaRPr/>
          </a:p>
        </p:txBody>
      </p:sp>
      <p:sp>
        <p:nvSpPr>
          <p:cNvPr id="4" name="PlaceHolder 3"/>
          <p:cNvSpPr>
            <a:spLocks noGrp="1"/>
          </p:cNvSpPr>
          <p:nvPr>
            <p:ph type="sldNum" idx="3"/>
          </p:nvPr>
        </p:nvSpPr>
        <p:spPr bwMode="auto"/>
        <p:txBody>
          <a:bodyPr/>
          <a:lstStyle/>
          <a:p>
            <a:pPr>
              <a:defRPr/>
            </a:pPr>
            <a:fld id="{0BA5F822-A706-4293-AA7B-3806FC0597D7}" type="slidenum">
              <a:rPr/>
              <a:t>‹#›</a:t>
            </a:fld>
            <a:endParaRPr/>
          </a:p>
        </p:txBody>
      </p:sp>
      <p:sp>
        <p:nvSpPr>
          <p:cNvPr id="5" name="PlaceHolder 4"/>
          <p:cNvSpPr>
            <a:spLocks noGrp="1"/>
          </p:cNvSpPr>
          <p:nvPr>
            <p:ph type="dt" idx="1"/>
          </p:nvPr>
        </p:nvSpPr>
        <p:spPr bwMode="auto"/>
        <p:txBody>
          <a:body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nly" userDrawn="1">
  <p:cSld name="Centered Text">
    <p:spTree>
      <p:nvGrpSpPr>
        <p:cNvPr id="1" name=""/>
        <p:cNvGrpSpPr/>
        <p:nvPr/>
      </p:nvGrpSpPr>
      <p:grpSpPr bwMode="auto">
        <a:xfrm>
          <a:off x="0" y="0"/>
          <a:ext cx="0" cy="0"/>
          <a:chOff x="0" y="0"/>
          <a:chExt cx="0" cy="0"/>
        </a:xfrm>
      </p:grpSpPr>
      <p:sp>
        <p:nvSpPr>
          <p:cNvPr id="13" name="PlaceHolder 1"/>
          <p:cNvSpPr>
            <a:spLocks noGrp="1"/>
          </p:cNvSpPr>
          <p:nvPr>
            <p:ph type="subTitle"/>
          </p:nvPr>
        </p:nvSpPr>
        <p:spPr bwMode="auto">
          <a:xfrm>
            <a:off x="837720" y="364680"/>
            <a:ext cx="10514880" cy="6144120"/>
          </a:xfrm>
          <a:prstGeom prst="rect">
            <a:avLst/>
          </a:prstGeom>
          <a:noFill/>
          <a:ln w="0">
            <a:noFill/>
          </a:ln>
        </p:spPr>
        <p:txBody>
          <a:bodyPr lIns="0" tIns="0" rIns="0" bIns="0" anchor="ctr">
            <a:noAutofit/>
          </a:bodyPr>
          <a:lstStyle/>
          <a:p>
            <a:pPr algn="ctr">
              <a:buNone/>
              <a:defRPr/>
            </a:pPr>
            <a:endParaRPr lang="ru-RU" sz="3200" b="0" strike="noStrike" spc="-1">
              <a:latin typeface="Arial"/>
            </a:endParaRPr>
          </a:p>
        </p:txBody>
      </p:sp>
      <p:sp>
        <p:nvSpPr>
          <p:cNvPr id="3" name="PlaceHolder 2"/>
          <p:cNvSpPr>
            <a:spLocks noGrp="1"/>
          </p:cNvSpPr>
          <p:nvPr>
            <p:ph type="ftr" idx="2"/>
          </p:nvPr>
        </p:nvSpPr>
        <p:spPr bwMode="auto"/>
        <p:txBody>
          <a:bodyPr/>
          <a:lstStyle/>
          <a:p>
            <a:pPr>
              <a:defRPr/>
            </a:pPr>
            <a:r>
              <a:rPr/>
              <a:t>Footer</a:t>
            </a:r>
            <a:endParaRPr/>
          </a:p>
        </p:txBody>
      </p:sp>
      <p:sp>
        <p:nvSpPr>
          <p:cNvPr id="4" name="PlaceHolder 3"/>
          <p:cNvSpPr>
            <a:spLocks noGrp="1"/>
          </p:cNvSpPr>
          <p:nvPr>
            <p:ph type="sldNum" idx="3"/>
          </p:nvPr>
        </p:nvSpPr>
        <p:spPr bwMode="auto"/>
        <p:txBody>
          <a:bodyPr/>
          <a:lstStyle/>
          <a:p>
            <a:pPr>
              <a:defRPr/>
            </a:pPr>
            <a:fld id="{7D3CE60B-EF35-4EE6-ADF5-263041FA475E}" type="slidenum">
              <a:rPr/>
              <a:t>‹#›</a:t>
            </a:fld>
            <a:endParaRPr/>
          </a:p>
        </p:txBody>
      </p:sp>
      <p:sp>
        <p:nvSpPr>
          <p:cNvPr id="5" name="PlaceHolder 4"/>
          <p:cNvSpPr>
            <a:spLocks noGrp="1"/>
          </p:cNvSpPr>
          <p:nvPr>
            <p:ph type="dt" idx="1"/>
          </p:nvPr>
        </p:nvSpPr>
        <p:spPr bwMode="auto"/>
        <p:txBody>
          <a:bodyPr/>
          <a:lstStyle/>
          <a:p>
            <a:pPr>
              <a:defRPr/>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AndObj" userDrawn="1">
  <p:cSld name="Title, 2 Content and Content">
    <p:spTree>
      <p:nvGrpSpPr>
        <p:cNvPr id="1" name=""/>
        <p:cNvGrpSpPr/>
        <p:nvPr/>
      </p:nvGrpSpPr>
      <p:grpSpPr bwMode="auto">
        <a:xfrm>
          <a:off x="0" y="0"/>
          <a:ext cx="0" cy="0"/>
          <a:chOff x="0" y="0"/>
          <a:chExt cx="0" cy="0"/>
        </a:xfrm>
      </p:grpSpPr>
      <p:sp>
        <p:nvSpPr>
          <p:cNvPr id="14"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15" name="PlaceHolder 2"/>
          <p:cNvSpPr>
            <a:spLocks noGrp="1"/>
          </p:cNvSpPr>
          <p:nvPr>
            <p:ph/>
          </p:nvPr>
        </p:nvSpPr>
        <p:spPr bwMode="auto">
          <a:xfrm>
            <a:off x="83772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16" name="PlaceHolder 3"/>
          <p:cNvSpPr>
            <a:spLocks noGrp="1"/>
          </p:cNvSpPr>
          <p:nvPr>
            <p:ph/>
          </p:nvPr>
        </p:nvSpPr>
        <p:spPr bwMode="auto">
          <a:xfrm>
            <a:off x="6225840" y="1825200"/>
            <a:ext cx="51310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17" name="PlaceHolder 4"/>
          <p:cNvSpPr>
            <a:spLocks noGrp="1"/>
          </p:cNvSpPr>
          <p:nvPr>
            <p:ph/>
          </p:nvPr>
        </p:nvSpPr>
        <p:spPr bwMode="auto">
          <a:xfrm>
            <a:off x="837720" y="409788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 name="PlaceHolder 5"/>
          <p:cNvSpPr>
            <a:spLocks noGrp="1"/>
          </p:cNvSpPr>
          <p:nvPr>
            <p:ph type="ftr" idx="2"/>
          </p:nvPr>
        </p:nvSpPr>
        <p:spPr bwMode="auto"/>
        <p:txBody>
          <a:bodyPr/>
          <a:lstStyle/>
          <a:p>
            <a:pPr>
              <a:defRPr/>
            </a:pPr>
            <a:r>
              <a:rPr/>
              <a:t>Footer</a:t>
            </a:r>
            <a:endParaRPr/>
          </a:p>
        </p:txBody>
      </p:sp>
      <p:sp>
        <p:nvSpPr>
          <p:cNvPr id="7" name="PlaceHolder 6"/>
          <p:cNvSpPr>
            <a:spLocks noGrp="1"/>
          </p:cNvSpPr>
          <p:nvPr>
            <p:ph type="sldNum" idx="3"/>
          </p:nvPr>
        </p:nvSpPr>
        <p:spPr bwMode="auto"/>
        <p:txBody>
          <a:bodyPr/>
          <a:lstStyle/>
          <a:p>
            <a:pPr>
              <a:defRPr/>
            </a:pPr>
            <a:fld id="{6786AEA3-35B0-45D9-A548-344D191806CC}" type="slidenum">
              <a:rPr/>
              <a:t>‹#›</a:t>
            </a:fld>
            <a:endParaRPr/>
          </a:p>
        </p:txBody>
      </p:sp>
      <p:sp>
        <p:nvSpPr>
          <p:cNvPr id="8" name="PlaceHolder 7"/>
          <p:cNvSpPr>
            <a:spLocks noGrp="1"/>
          </p:cNvSpPr>
          <p:nvPr>
            <p:ph type="dt" idx="1"/>
          </p:nvPr>
        </p:nvSpPr>
        <p:spPr bwMode="auto"/>
        <p:txBody>
          <a:bodyPr/>
          <a:lstStyle/>
          <a:p>
            <a:pPr>
              <a:defRPr/>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AndTwoObj" userDrawn="1">
  <p:cSld name="Title Content and 2 Content">
    <p:spTree>
      <p:nvGrpSpPr>
        <p:cNvPr id="1" name=""/>
        <p:cNvGrpSpPr/>
        <p:nvPr/>
      </p:nvGrpSpPr>
      <p:grpSpPr bwMode="auto">
        <a:xfrm>
          <a:off x="0" y="0"/>
          <a:ext cx="0" cy="0"/>
          <a:chOff x="0" y="0"/>
          <a:chExt cx="0" cy="0"/>
        </a:xfrm>
      </p:grpSpPr>
      <p:sp>
        <p:nvSpPr>
          <p:cNvPr id="18"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19" name="PlaceHolder 2"/>
          <p:cNvSpPr>
            <a:spLocks noGrp="1"/>
          </p:cNvSpPr>
          <p:nvPr>
            <p:ph/>
          </p:nvPr>
        </p:nvSpPr>
        <p:spPr bwMode="auto">
          <a:xfrm>
            <a:off x="837720" y="1825200"/>
            <a:ext cx="51310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20" name="PlaceHolder 3"/>
          <p:cNvSpPr>
            <a:spLocks noGrp="1"/>
          </p:cNvSpPr>
          <p:nvPr>
            <p:ph/>
          </p:nvPr>
        </p:nvSpPr>
        <p:spPr bwMode="auto">
          <a:xfrm>
            <a:off x="622584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21" name="PlaceHolder 4"/>
          <p:cNvSpPr>
            <a:spLocks noGrp="1"/>
          </p:cNvSpPr>
          <p:nvPr>
            <p:ph/>
          </p:nvPr>
        </p:nvSpPr>
        <p:spPr bwMode="auto">
          <a:xfrm>
            <a:off x="6225840" y="409788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 name="PlaceHolder 5"/>
          <p:cNvSpPr>
            <a:spLocks noGrp="1"/>
          </p:cNvSpPr>
          <p:nvPr>
            <p:ph type="ftr" idx="2"/>
          </p:nvPr>
        </p:nvSpPr>
        <p:spPr bwMode="auto"/>
        <p:txBody>
          <a:bodyPr/>
          <a:lstStyle/>
          <a:p>
            <a:pPr>
              <a:defRPr/>
            </a:pPr>
            <a:r>
              <a:rPr/>
              <a:t>Footer</a:t>
            </a:r>
            <a:endParaRPr/>
          </a:p>
        </p:txBody>
      </p:sp>
      <p:sp>
        <p:nvSpPr>
          <p:cNvPr id="7" name="PlaceHolder 6"/>
          <p:cNvSpPr>
            <a:spLocks noGrp="1"/>
          </p:cNvSpPr>
          <p:nvPr>
            <p:ph type="sldNum" idx="3"/>
          </p:nvPr>
        </p:nvSpPr>
        <p:spPr bwMode="auto"/>
        <p:txBody>
          <a:bodyPr/>
          <a:lstStyle/>
          <a:p>
            <a:pPr>
              <a:defRPr/>
            </a:pPr>
            <a:fld id="{3E0A7B00-51DA-4527-BCC4-D65185E73041}" type="slidenum">
              <a:rPr/>
              <a:t>‹#›</a:t>
            </a:fld>
            <a:endParaRPr/>
          </a:p>
        </p:txBody>
      </p:sp>
      <p:sp>
        <p:nvSpPr>
          <p:cNvPr id="8" name="PlaceHolder 7"/>
          <p:cNvSpPr>
            <a:spLocks noGrp="1"/>
          </p:cNvSpPr>
          <p:nvPr>
            <p:ph type="dt" idx="1"/>
          </p:nvPr>
        </p:nvSpPr>
        <p:spPr bwMode="auto"/>
        <p:txBody>
          <a:bodyPr/>
          <a:lstStyle/>
          <a:p>
            <a:pPr>
              <a:defRPr/>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OverTx" userDrawn="1">
  <p:cSld name="Title, 2 Content over Content">
    <p:spTree>
      <p:nvGrpSpPr>
        <p:cNvPr id="1" name=""/>
        <p:cNvGrpSpPr/>
        <p:nvPr/>
      </p:nvGrpSpPr>
      <p:grpSpPr bwMode="auto">
        <a:xfrm>
          <a:off x="0" y="0"/>
          <a:ext cx="0" cy="0"/>
          <a:chOff x="0" y="0"/>
          <a:chExt cx="0" cy="0"/>
        </a:xfrm>
      </p:grpSpPr>
      <p:sp>
        <p:nvSpPr>
          <p:cNvPr id="22"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23" name="PlaceHolder 2"/>
          <p:cNvSpPr>
            <a:spLocks noGrp="1"/>
          </p:cNvSpPr>
          <p:nvPr>
            <p:ph/>
          </p:nvPr>
        </p:nvSpPr>
        <p:spPr bwMode="auto">
          <a:xfrm>
            <a:off x="83772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24" name="PlaceHolder 3"/>
          <p:cNvSpPr>
            <a:spLocks noGrp="1"/>
          </p:cNvSpPr>
          <p:nvPr>
            <p:ph/>
          </p:nvPr>
        </p:nvSpPr>
        <p:spPr bwMode="auto">
          <a:xfrm>
            <a:off x="622584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25" name="PlaceHolder 4"/>
          <p:cNvSpPr>
            <a:spLocks noGrp="1"/>
          </p:cNvSpPr>
          <p:nvPr>
            <p:ph/>
          </p:nvPr>
        </p:nvSpPr>
        <p:spPr bwMode="auto">
          <a:xfrm>
            <a:off x="837720" y="4097880"/>
            <a:ext cx="105148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 name="PlaceHolder 5"/>
          <p:cNvSpPr>
            <a:spLocks noGrp="1"/>
          </p:cNvSpPr>
          <p:nvPr>
            <p:ph type="ftr" idx="2"/>
          </p:nvPr>
        </p:nvSpPr>
        <p:spPr bwMode="auto"/>
        <p:txBody>
          <a:bodyPr/>
          <a:lstStyle/>
          <a:p>
            <a:pPr>
              <a:defRPr/>
            </a:pPr>
            <a:r>
              <a:rPr/>
              <a:t>Footer</a:t>
            </a:r>
            <a:endParaRPr/>
          </a:p>
        </p:txBody>
      </p:sp>
      <p:sp>
        <p:nvSpPr>
          <p:cNvPr id="7" name="PlaceHolder 6"/>
          <p:cNvSpPr>
            <a:spLocks noGrp="1"/>
          </p:cNvSpPr>
          <p:nvPr>
            <p:ph type="sldNum" idx="3"/>
          </p:nvPr>
        </p:nvSpPr>
        <p:spPr bwMode="auto"/>
        <p:txBody>
          <a:bodyPr/>
          <a:lstStyle/>
          <a:p>
            <a:pPr>
              <a:defRPr/>
            </a:pPr>
            <a:fld id="{2892BC66-77E0-4E7D-BAD0-1A6091598884}" type="slidenum">
              <a:rPr/>
              <a:t>‹#›</a:t>
            </a:fld>
            <a:endParaRPr/>
          </a:p>
        </p:txBody>
      </p:sp>
      <p:sp>
        <p:nvSpPr>
          <p:cNvPr id="8" name="PlaceHolder 7"/>
          <p:cNvSpPr>
            <a:spLocks noGrp="1"/>
          </p:cNvSpPr>
          <p:nvPr>
            <p:ph type="dt" idx="1"/>
          </p:nvPr>
        </p:nvSpPr>
        <p:spPr bwMode="auto"/>
        <p:txBody>
          <a:bodyPr/>
          <a:lstStyle/>
          <a:p>
            <a:pPr>
              <a:defRPr/>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verTx" userDrawn="1">
  <p:cSld name="Title, Content over Content">
    <p:spTree>
      <p:nvGrpSpPr>
        <p:cNvPr id="1" name=""/>
        <p:cNvGrpSpPr/>
        <p:nvPr/>
      </p:nvGrpSpPr>
      <p:grpSpPr bwMode="auto">
        <a:xfrm>
          <a:off x="0" y="0"/>
          <a:ext cx="0" cy="0"/>
          <a:chOff x="0" y="0"/>
          <a:chExt cx="0" cy="0"/>
        </a:xfrm>
      </p:grpSpPr>
      <p:sp>
        <p:nvSpPr>
          <p:cNvPr id="26"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27" name="PlaceHolder 2"/>
          <p:cNvSpPr>
            <a:spLocks noGrp="1"/>
          </p:cNvSpPr>
          <p:nvPr>
            <p:ph/>
          </p:nvPr>
        </p:nvSpPr>
        <p:spPr bwMode="auto">
          <a:xfrm>
            <a:off x="837720" y="1825200"/>
            <a:ext cx="105148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28" name="PlaceHolder 3"/>
          <p:cNvSpPr>
            <a:spLocks noGrp="1"/>
          </p:cNvSpPr>
          <p:nvPr>
            <p:ph/>
          </p:nvPr>
        </p:nvSpPr>
        <p:spPr bwMode="auto">
          <a:xfrm>
            <a:off x="837720" y="4097880"/>
            <a:ext cx="105148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5" name="PlaceHolder 4"/>
          <p:cNvSpPr>
            <a:spLocks noGrp="1"/>
          </p:cNvSpPr>
          <p:nvPr>
            <p:ph type="ftr" idx="2"/>
          </p:nvPr>
        </p:nvSpPr>
        <p:spPr bwMode="auto"/>
        <p:txBody>
          <a:bodyPr/>
          <a:lstStyle/>
          <a:p>
            <a:pPr>
              <a:defRPr/>
            </a:pPr>
            <a:r>
              <a:rPr/>
              <a:t>Footer</a:t>
            </a:r>
            <a:endParaRPr/>
          </a:p>
        </p:txBody>
      </p:sp>
      <p:sp>
        <p:nvSpPr>
          <p:cNvPr id="6" name="PlaceHolder 5"/>
          <p:cNvSpPr>
            <a:spLocks noGrp="1"/>
          </p:cNvSpPr>
          <p:nvPr>
            <p:ph type="sldNum" idx="3"/>
          </p:nvPr>
        </p:nvSpPr>
        <p:spPr bwMode="auto"/>
        <p:txBody>
          <a:bodyPr/>
          <a:lstStyle/>
          <a:p>
            <a:pPr>
              <a:defRPr/>
            </a:pPr>
            <a:fld id="{466A52AF-E890-4BF5-856A-18A43F44C75C}" type="slidenum">
              <a:rPr/>
              <a:t>‹#›</a:t>
            </a:fld>
            <a:endParaRPr/>
          </a:p>
        </p:txBody>
      </p:sp>
      <p:sp>
        <p:nvSpPr>
          <p:cNvPr id="7" name="PlaceHolder 6"/>
          <p:cNvSpPr>
            <a:spLocks noGrp="1"/>
          </p:cNvSpPr>
          <p:nvPr>
            <p:ph type="dt" idx="1"/>
          </p:nvPr>
        </p:nvSpPr>
        <p:spPr bwMode="auto"/>
        <p:txBody>
          <a:bodyPr/>
          <a:lstStyle/>
          <a:p>
            <a:pPr>
              <a:defRPr/>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fourObj" userDrawn="1">
  <p:cSld name="Title, 4 Content">
    <p:spTree>
      <p:nvGrpSpPr>
        <p:cNvPr id="1" name=""/>
        <p:cNvGrpSpPr/>
        <p:nvPr/>
      </p:nvGrpSpPr>
      <p:grpSpPr bwMode="auto">
        <a:xfrm>
          <a:off x="0" y="0"/>
          <a:ext cx="0" cy="0"/>
          <a:chOff x="0" y="0"/>
          <a:chExt cx="0" cy="0"/>
        </a:xfrm>
      </p:grpSpPr>
      <p:sp>
        <p:nvSpPr>
          <p:cNvPr id="29"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30" name="PlaceHolder 2"/>
          <p:cNvSpPr>
            <a:spLocks noGrp="1"/>
          </p:cNvSpPr>
          <p:nvPr>
            <p:ph/>
          </p:nvPr>
        </p:nvSpPr>
        <p:spPr bwMode="auto">
          <a:xfrm>
            <a:off x="83772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31" name="PlaceHolder 3"/>
          <p:cNvSpPr>
            <a:spLocks noGrp="1"/>
          </p:cNvSpPr>
          <p:nvPr>
            <p:ph/>
          </p:nvPr>
        </p:nvSpPr>
        <p:spPr bwMode="auto">
          <a:xfrm>
            <a:off x="622584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32" name="PlaceHolder 4"/>
          <p:cNvSpPr>
            <a:spLocks noGrp="1"/>
          </p:cNvSpPr>
          <p:nvPr>
            <p:ph/>
          </p:nvPr>
        </p:nvSpPr>
        <p:spPr bwMode="auto">
          <a:xfrm>
            <a:off x="837720" y="409788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33" name="PlaceHolder 5"/>
          <p:cNvSpPr>
            <a:spLocks noGrp="1"/>
          </p:cNvSpPr>
          <p:nvPr>
            <p:ph/>
          </p:nvPr>
        </p:nvSpPr>
        <p:spPr bwMode="auto">
          <a:xfrm>
            <a:off x="6225840" y="409788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7" name="PlaceHolder 6"/>
          <p:cNvSpPr>
            <a:spLocks noGrp="1"/>
          </p:cNvSpPr>
          <p:nvPr>
            <p:ph type="ftr" idx="2"/>
          </p:nvPr>
        </p:nvSpPr>
        <p:spPr bwMode="auto"/>
        <p:txBody>
          <a:bodyPr/>
          <a:lstStyle/>
          <a:p>
            <a:pPr>
              <a:defRPr/>
            </a:pPr>
            <a:r>
              <a:rPr/>
              <a:t>Footer</a:t>
            </a:r>
            <a:endParaRPr/>
          </a:p>
        </p:txBody>
      </p:sp>
      <p:sp>
        <p:nvSpPr>
          <p:cNvPr id="8" name="PlaceHolder 7"/>
          <p:cNvSpPr>
            <a:spLocks noGrp="1"/>
          </p:cNvSpPr>
          <p:nvPr>
            <p:ph type="sldNum" idx="3"/>
          </p:nvPr>
        </p:nvSpPr>
        <p:spPr bwMode="auto"/>
        <p:txBody>
          <a:bodyPr/>
          <a:lstStyle/>
          <a:p>
            <a:pPr>
              <a:defRPr/>
            </a:pPr>
            <a:fld id="{46B07EF8-5225-4594-827D-FCC915E36607}" type="slidenum">
              <a:rPr/>
              <a:t>‹#›</a:t>
            </a:fld>
            <a:endParaRPr/>
          </a:p>
        </p:txBody>
      </p:sp>
      <p:sp>
        <p:nvSpPr>
          <p:cNvPr id="9" name="PlaceHolder 8"/>
          <p:cNvSpPr>
            <a:spLocks noGrp="1"/>
          </p:cNvSpPr>
          <p:nvPr>
            <p:ph type="dt" idx="1"/>
          </p:nvPr>
        </p:nvSpPr>
        <p:spPr bwMode="auto"/>
        <p:txBody>
          <a:bodyPr/>
          <a:lstStyle/>
          <a:p>
            <a:pPr>
              <a:defRPr/>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Title, 6 Content">
    <p:spTree>
      <p:nvGrpSpPr>
        <p:cNvPr id="1" name=""/>
        <p:cNvGrpSpPr/>
        <p:nvPr/>
      </p:nvGrpSpPr>
      <p:grpSpPr bwMode="auto">
        <a:xfrm>
          <a:off x="0" y="0"/>
          <a:ext cx="0" cy="0"/>
          <a:chOff x="0" y="0"/>
          <a:chExt cx="0" cy="0"/>
        </a:xfrm>
      </p:grpSpPr>
      <p:sp>
        <p:nvSpPr>
          <p:cNvPr id="34"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35" name="PlaceHolder 2"/>
          <p:cNvSpPr>
            <a:spLocks noGrp="1"/>
          </p:cNvSpPr>
          <p:nvPr>
            <p:ph/>
          </p:nvPr>
        </p:nvSpPr>
        <p:spPr bwMode="auto">
          <a:xfrm>
            <a:off x="837720" y="182520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36" name="PlaceHolder 3"/>
          <p:cNvSpPr>
            <a:spLocks noGrp="1"/>
          </p:cNvSpPr>
          <p:nvPr>
            <p:ph/>
          </p:nvPr>
        </p:nvSpPr>
        <p:spPr bwMode="auto">
          <a:xfrm>
            <a:off x="4392720" y="182520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37" name="PlaceHolder 4"/>
          <p:cNvSpPr>
            <a:spLocks noGrp="1"/>
          </p:cNvSpPr>
          <p:nvPr>
            <p:ph/>
          </p:nvPr>
        </p:nvSpPr>
        <p:spPr bwMode="auto">
          <a:xfrm>
            <a:off x="7948080" y="182520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38" name="PlaceHolder 5"/>
          <p:cNvSpPr>
            <a:spLocks noGrp="1"/>
          </p:cNvSpPr>
          <p:nvPr>
            <p:ph/>
          </p:nvPr>
        </p:nvSpPr>
        <p:spPr bwMode="auto">
          <a:xfrm>
            <a:off x="837720" y="409788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39" name="PlaceHolder 6"/>
          <p:cNvSpPr>
            <a:spLocks noGrp="1"/>
          </p:cNvSpPr>
          <p:nvPr>
            <p:ph/>
          </p:nvPr>
        </p:nvSpPr>
        <p:spPr bwMode="auto">
          <a:xfrm>
            <a:off x="4392720" y="409788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40" name="PlaceHolder 7"/>
          <p:cNvSpPr>
            <a:spLocks noGrp="1"/>
          </p:cNvSpPr>
          <p:nvPr>
            <p:ph/>
          </p:nvPr>
        </p:nvSpPr>
        <p:spPr bwMode="auto">
          <a:xfrm>
            <a:off x="7948080" y="409788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9" name="PlaceHolder 8"/>
          <p:cNvSpPr>
            <a:spLocks noGrp="1"/>
          </p:cNvSpPr>
          <p:nvPr>
            <p:ph type="ftr" idx="2"/>
          </p:nvPr>
        </p:nvSpPr>
        <p:spPr bwMode="auto"/>
        <p:txBody>
          <a:bodyPr/>
          <a:lstStyle/>
          <a:p>
            <a:pPr>
              <a:defRPr/>
            </a:pPr>
            <a:r>
              <a:rPr/>
              <a:t>Footer</a:t>
            </a:r>
            <a:endParaRPr/>
          </a:p>
        </p:txBody>
      </p:sp>
      <p:sp>
        <p:nvSpPr>
          <p:cNvPr id="10" name="PlaceHolder 9"/>
          <p:cNvSpPr>
            <a:spLocks noGrp="1"/>
          </p:cNvSpPr>
          <p:nvPr>
            <p:ph type="sldNum" idx="3"/>
          </p:nvPr>
        </p:nvSpPr>
        <p:spPr bwMode="auto"/>
        <p:txBody>
          <a:bodyPr/>
          <a:lstStyle/>
          <a:p>
            <a:pPr>
              <a:defRPr/>
            </a:pPr>
            <a:fld id="{17D9F43A-C5FF-433B-8437-E78F298A5D0F}" type="slidenum">
              <a:rPr/>
              <a:t>‹#›</a:t>
            </a:fld>
            <a:endParaRPr/>
          </a:p>
        </p:txBody>
      </p:sp>
      <p:sp>
        <p:nvSpPr>
          <p:cNvPr id="11" name="PlaceHolder 10"/>
          <p:cNvSpPr>
            <a:spLocks noGrp="1"/>
          </p:cNvSpPr>
          <p:nvPr>
            <p:ph type="dt" idx="1"/>
          </p:nvPr>
        </p:nvSpPr>
        <p:spPr bwMode="auto"/>
        <p:txBody>
          <a:bodyPr/>
          <a:lstStyle/>
          <a:p>
            <a:pPr>
              <a:defRPr/>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Slide">
    <p:spTree>
      <p:nvGrpSpPr>
        <p:cNvPr id="1" name=""/>
        <p:cNvGrpSpPr/>
        <p:nvPr/>
      </p:nvGrpSpPr>
      <p:grpSpPr bwMode="auto">
        <a:xfrm>
          <a:off x="0" y="0"/>
          <a:ext cx="0" cy="0"/>
          <a:chOff x="0" y="0"/>
          <a:chExt cx="0" cy="0"/>
        </a:xfrm>
      </p:grpSpPr>
      <p:sp>
        <p:nvSpPr>
          <p:cNvPr id="2" name="PlaceHolder 1"/>
          <p:cNvSpPr>
            <a:spLocks noGrp="1"/>
          </p:cNvSpPr>
          <p:nvPr>
            <p:ph type="ftr" idx="5"/>
          </p:nvPr>
        </p:nvSpPr>
        <p:spPr bwMode="auto"/>
        <p:txBody>
          <a:bodyPr/>
          <a:lstStyle/>
          <a:p>
            <a:pPr>
              <a:defRPr/>
            </a:pPr>
            <a:r>
              <a:rPr/>
              <a:t>Footer</a:t>
            </a:r>
            <a:endParaRPr/>
          </a:p>
        </p:txBody>
      </p:sp>
      <p:sp>
        <p:nvSpPr>
          <p:cNvPr id="3" name="PlaceHolder 2"/>
          <p:cNvSpPr>
            <a:spLocks noGrp="1"/>
          </p:cNvSpPr>
          <p:nvPr>
            <p:ph type="sldNum" idx="6"/>
          </p:nvPr>
        </p:nvSpPr>
        <p:spPr bwMode="auto"/>
        <p:txBody>
          <a:bodyPr/>
          <a:lstStyle/>
          <a:p>
            <a:pPr>
              <a:defRPr/>
            </a:pPr>
            <a:fld id="{E526D618-988B-4763-9DAF-E60E2D1755E0}" type="slidenum">
              <a:rPr/>
              <a:t>‹#›</a:t>
            </a:fld>
            <a:endParaRPr/>
          </a:p>
        </p:txBody>
      </p:sp>
      <p:sp>
        <p:nvSpPr>
          <p:cNvPr id="4" name="PlaceHolder 3"/>
          <p:cNvSpPr>
            <a:spLocks noGrp="1"/>
          </p:cNvSpPr>
          <p:nvPr>
            <p:ph type="dt" idx="4"/>
          </p:nvPr>
        </p:nvSpPr>
        <p:spPr bwMode="auto"/>
        <p:txBody>
          <a:bodyPr/>
          <a:lstStyle/>
          <a:p>
            <a:pPr>
              <a:defRPr/>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x" userDrawn="1">
  <p:cSld name="Title Slide">
    <p:spTree>
      <p:nvGrpSpPr>
        <p:cNvPr id="1" name=""/>
        <p:cNvGrpSpPr/>
        <p:nvPr/>
      </p:nvGrpSpPr>
      <p:grpSpPr bwMode="auto">
        <a:xfrm>
          <a:off x="0" y="0"/>
          <a:ext cx="0" cy="0"/>
          <a:chOff x="0" y="0"/>
          <a:chExt cx="0" cy="0"/>
        </a:xfrm>
      </p:grpSpPr>
      <p:sp>
        <p:nvSpPr>
          <p:cNvPr id="46"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47" name="PlaceHolder 2"/>
          <p:cNvSpPr>
            <a:spLocks noGrp="1"/>
          </p:cNvSpPr>
          <p:nvPr>
            <p:ph type="subTitle"/>
          </p:nvPr>
        </p:nvSpPr>
        <p:spPr bwMode="auto">
          <a:xfrm>
            <a:off x="837720" y="1825200"/>
            <a:ext cx="10514880" cy="4350960"/>
          </a:xfrm>
          <a:prstGeom prst="rect">
            <a:avLst/>
          </a:prstGeom>
          <a:noFill/>
          <a:ln w="0">
            <a:noFill/>
          </a:ln>
        </p:spPr>
        <p:txBody>
          <a:bodyPr lIns="0" tIns="0" rIns="0" bIns="0" anchor="ctr">
            <a:noAutofit/>
          </a:bodyPr>
          <a:lstStyle/>
          <a:p>
            <a:pPr algn="ctr">
              <a:buNone/>
              <a:defRPr/>
            </a:pPr>
            <a:endParaRPr lang="ru-RU" sz="3200" b="0" strike="noStrike" spc="-1">
              <a:latin typeface="Arial"/>
            </a:endParaRPr>
          </a:p>
        </p:txBody>
      </p:sp>
      <p:sp>
        <p:nvSpPr>
          <p:cNvPr id="4" name="PlaceHolder 3"/>
          <p:cNvSpPr>
            <a:spLocks noGrp="1"/>
          </p:cNvSpPr>
          <p:nvPr>
            <p:ph type="ftr" idx="5"/>
          </p:nvPr>
        </p:nvSpPr>
        <p:spPr bwMode="auto"/>
        <p:txBody>
          <a:bodyPr/>
          <a:lstStyle/>
          <a:p>
            <a:pPr>
              <a:defRPr/>
            </a:pPr>
            <a:r>
              <a:rPr/>
              <a:t>Footer</a:t>
            </a:r>
            <a:endParaRPr/>
          </a:p>
        </p:txBody>
      </p:sp>
      <p:sp>
        <p:nvSpPr>
          <p:cNvPr id="5" name="PlaceHolder 4"/>
          <p:cNvSpPr>
            <a:spLocks noGrp="1"/>
          </p:cNvSpPr>
          <p:nvPr>
            <p:ph type="sldNum" idx="6"/>
          </p:nvPr>
        </p:nvSpPr>
        <p:spPr bwMode="auto"/>
        <p:txBody>
          <a:bodyPr/>
          <a:lstStyle/>
          <a:p>
            <a:pPr>
              <a:defRPr/>
            </a:pPr>
            <a:fld id="{87D9A214-15E8-418C-BCC4-808BF47A641E}" type="slidenum">
              <a:rPr/>
              <a:t>‹#›</a:t>
            </a:fld>
            <a:endParaRPr/>
          </a:p>
        </p:txBody>
      </p:sp>
      <p:sp>
        <p:nvSpPr>
          <p:cNvPr id="6" name="PlaceHolder 5"/>
          <p:cNvSpPr>
            <a:spLocks noGrp="1"/>
          </p:cNvSpPr>
          <p:nvPr>
            <p:ph type="dt" idx="4"/>
          </p:nvPr>
        </p:nvSpPr>
        <p:spPr bwMode="auto"/>
        <p:txBody>
          <a:bodyPr/>
          <a:lstStyle/>
          <a:p>
            <a:pPr>
              <a:defRPr/>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Content">
    <p:spTree>
      <p:nvGrpSpPr>
        <p:cNvPr id="1" name=""/>
        <p:cNvGrpSpPr/>
        <p:nvPr/>
      </p:nvGrpSpPr>
      <p:grpSpPr bwMode="auto">
        <a:xfrm>
          <a:off x="0" y="0"/>
          <a:ext cx="0" cy="0"/>
          <a:chOff x="0" y="0"/>
          <a:chExt cx="0" cy="0"/>
        </a:xfrm>
      </p:grpSpPr>
      <p:sp>
        <p:nvSpPr>
          <p:cNvPr id="48"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49" name="PlaceHolder 2"/>
          <p:cNvSpPr>
            <a:spLocks noGrp="1"/>
          </p:cNvSpPr>
          <p:nvPr>
            <p:ph/>
          </p:nvPr>
        </p:nvSpPr>
        <p:spPr bwMode="auto">
          <a:xfrm>
            <a:off x="837720" y="1825200"/>
            <a:ext cx="105148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4" name="PlaceHolder 3"/>
          <p:cNvSpPr>
            <a:spLocks noGrp="1"/>
          </p:cNvSpPr>
          <p:nvPr>
            <p:ph type="ftr" idx="5"/>
          </p:nvPr>
        </p:nvSpPr>
        <p:spPr bwMode="auto"/>
        <p:txBody>
          <a:bodyPr/>
          <a:lstStyle/>
          <a:p>
            <a:pPr>
              <a:defRPr/>
            </a:pPr>
            <a:r>
              <a:rPr/>
              <a:t>Footer</a:t>
            </a:r>
            <a:endParaRPr/>
          </a:p>
        </p:txBody>
      </p:sp>
      <p:sp>
        <p:nvSpPr>
          <p:cNvPr id="5" name="PlaceHolder 4"/>
          <p:cNvSpPr>
            <a:spLocks noGrp="1"/>
          </p:cNvSpPr>
          <p:nvPr>
            <p:ph type="sldNum" idx="6"/>
          </p:nvPr>
        </p:nvSpPr>
        <p:spPr bwMode="auto"/>
        <p:txBody>
          <a:bodyPr/>
          <a:lstStyle/>
          <a:p>
            <a:pPr>
              <a:defRPr/>
            </a:pPr>
            <a:fld id="{F0243474-5E44-4831-90F6-ED6024297AFD}" type="slidenum">
              <a:rPr/>
              <a:t>‹#›</a:t>
            </a:fld>
            <a:endParaRPr/>
          </a:p>
        </p:txBody>
      </p:sp>
      <p:sp>
        <p:nvSpPr>
          <p:cNvPr id="6" name="PlaceHolder 5"/>
          <p:cNvSpPr>
            <a:spLocks noGrp="1"/>
          </p:cNvSpPr>
          <p:nvPr>
            <p:ph type="dt" idx="4"/>
          </p:nvPr>
        </p:nvSpPr>
        <p:spPr bwMode="auto"/>
        <p:txBody>
          <a:bodyPr/>
          <a:lstStyle/>
          <a:p>
            <a:pPr>
              <a:defRPr/>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itle, 2 Content">
    <p:spTree>
      <p:nvGrpSpPr>
        <p:cNvPr id="1" name=""/>
        <p:cNvGrpSpPr/>
        <p:nvPr/>
      </p:nvGrpSpPr>
      <p:grpSpPr bwMode="auto">
        <a:xfrm>
          <a:off x="0" y="0"/>
          <a:ext cx="0" cy="0"/>
          <a:chOff x="0" y="0"/>
          <a:chExt cx="0" cy="0"/>
        </a:xfrm>
      </p:grpSpPr>
      <p:sp>
        <p:nvSpPr>
          <p:cNvPr id="50"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51" name="PlaceHolder 2"/>
          <p:cNvSpPr>
            <a:spLocks noGrp="1"/>
          </p:cNvSpPr>
          <p:nvPr>
            <p:ph/>
          </p:nvPr>
        </p:nvSpPr>
        <p:spPr bwMode="auto">
          <a:xfrm>
            <a:off x="837720" y="1825200"/>
            <a:ext cx="51310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52" name="PlaceHolder 3"/>
          <p:cNvSpPr>
            <a:spLocks noGrp="1"/>
          </p:cNvSpPr>
          <p:nvPr>
            <p:ph/>
          </p:nvPr>
        </p:nvSpPr>
        <p:spPr bwMode="auto">
          <a:xfrm>
            <a:off x="6225840" y="1825200"/>
            <a:ext cx="51310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5" name="PlaceHolder 4"/>
          <p:cNvSpPr>
            <a:spLocks noGrp="1"/>
          </p:cNvSpPr>
          <p:nvPr>
            <p:ph type="ftr" idx="5"/>
          </p:nvPr>
        </p:nvSpPr>
        <p:spPr bwMode="auto"/>
        <p:txBody>
          <a:bodyPr/>
          <a:lstStyle/>
          <a:p>
            <a:pPr>
              <a:defRPr/>
            </a:pPr>
            <a:r>
              <a:rPr/>
              <a:t>Footer</a:t>
            </a:r>
            <a:endParaRPr/>
          </a:p>
        </p:txBody>
      </p:sp>
      <p:sp>
        <p:nvSpPr>
          <p:cNvPr id="6" name="PlaceHolder 5"/>
          <p:cNvSpPr>
            <a:spLocks noGrp="1"/>
          </p:cNvSpPr>
          <p:nvPr>
            <p:ph type="sldNum" idx="6"/>
          </p:nvPr>
        </p:nvSpPr>
        <p:spPr bwMode="auto"/>
        <p:txBody>
          <a:bodyPr/>
          <a:lstStyle/>
          <a:p>
            <a:pPr>
              <a:defRPr/>
            </a:pPr>
            <a:fld id="{9131BCE6-FCE0-4B20-8251-53179FF43D47}" type="slidenum">
              <a:rPr/>
              <a:t>‹#›</a:t>
            </a:fld>
            <a:endParaRPr/>
          </a:p>
        </p:txBody>
      </p:sp>
      <p:sp>
        <p:nvSpPr>
          <p:cNvPr id="7" name="PlaceHolder 6"/>
          <p:cNvSpPr>
            <a:spLocks noGrp="1"/>
          </p:cNvSpPr>
          <p:nvPr>
            <p:ph type="dt" idx="4"/>
          </p:nvPr>
        </p:nvSpPr>
        <p:spPr bwMode="auto"/>
        <p:txBody>
          <a:bodyPr/>
          <a:lstStyle/>
          <a:p>
            <a:pPr>
              <a:defRPr/>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53"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3" name="PlaceHolder 2"/>
          <p:cNvSpPr>
            <a:spLocks noGrp="1"/>
          </p:cNvSpPr>
          <p:nvPr>
            <p:ph type="ftr" idx="5"/>
          </p:nvPr>
        </p:nvSpPr>
        <p:spPr bwMode="auto"/>
        <p:txBody>
          <a:bodyPr/>
          <a:lstStyle/>
          <a:p>
            <a:pPr>
              <a:defRPr/>
            </a:pPr>
            <a:r>
              <a:rPr/>
              <a:t>Footer</a:t>
            </a:r>
            <a:endParaRPr/>
          </a:p>
        </p:txBody>
      </p:sp>
      <p:sp>
        <p:nvSpPr>
          <p:cNvPr id="4" name="PlaceHolder 3"/>
          <p:cNvSpPr>
            <a:spLocks noGrp="1"/>
          </p:cNvSpPr>
          <p:nvPr>
            <p:ph type="sldNum" idx="6"/>
          </p:nvPr>
        </p:nvSpPr>
        <p:spPr bwMode="auto"/>
        <p:txBody>
          <a:bodyPr/>
          <a:lstStyle/>
          <a:p>
            <a:pPr>
              <a:defRPr/>
            </a:pPr>
            <a:fld id="{79037520-6FDD-49E8-98CA-C75C3D3B9296}" type="slidenum">
              <a:rPr/>
              <a:t>‹#›</a:t>
            </a:fld>
            <a:endParaRPr/>
          </a:p>
        </p:txBody>
      </p:sp>
      <p:sp>
        <p:nvSpPr>
          <p:cNvPr id="5" name="PlaceHolder 4"/>
          <p:cNvSpPr>
            <a:spLocks noGrp="1"/>
          </p:cNvSpPr>
          <p:nvPr>
            <p:ph type="dt" idx="4"/>
          </p:nvPr>
        </p:nvSpPr>
        <p:spPr bwMode="auto"/>
        <p:txBody>
          <a:bodyPr/>
          <a:lstStyle/>
          <a:p>
            <a:pPr>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nly" userDrawn="1">
  <p:cSld name="Centered Text">
    <p:spTree>
      <p:nvGrpSpPr>
        <p:cNvPr id="1" name=""/>
        <p:cNvGrpSpPr/>
        <p:nvPr/>
      </p:nvGrpSpPr>
      <p:grpSpPr bwMode="auto">
        <a:xfrm>
          <a:off x="0" y="0"/>
          <a:ext cx="0" cy="0"/>
          <a:chOff x="0" y="0"/>
          <a:chExt cx="0" cy="0"/>
        </a:xfrm>
      </p:grpSpPr>
      <p:sp>
        <p:nvSpPr>
          <p:cNvPr id="54" name="PlaceHolder 1"/>
          <p:cNvSpPr>
            <a:spLocks noGrp="1"/>
          </p:cNvSpPr>
          <p:nvPr>
            <p:ph type="subTitle"/>
          </p:nvPr>
        </p:nvSpPr>
        <p:spPr bwMode="auto">
          <a:xfrm>
            <a:off x="837720" y="364680"/>
            <a:ext cx="10514880" cy="6144120"/>
          </a:xfrm>
          <a:prstGeom prst="rect">
            <a:avLst/>
          </a:prstGeom>
          <a:noFill/>
          <a:ln w="0">
            <a:noFill/>
          </a:ln>
        </p:spPr>
        <p:txBody>
          <a:bodyPr lIns="0" tIns="0" rIns="0" bIns="0" anchor="ctr">
            <a:noAutofit/>
          </a:bodyPr>
          <a:lstStyle/>
          <a:p>
            <a:pPr algn="ctr">
              <a:buNone/>
              <a:defRPr/>
            </a:pPr>
            <a:endParaRPr lang="ru-RU" sz="3200" b="0" strike="noStrike" spc="-1">
              <a:latin typeface="Arial"/>
            </a:endParaRPr>
          </a:p>
        </p:txBody>
      </p:sp>
      <p:sp>
        <p:nvSpPr>
          <p:cNvPr id="3" name="PlaceHolder 2"/>
          <p:cNvSpPr>
            <a:spLocks noGrp="1"/>
          </p:cNvSpPr>
          <p:nvPr>
            <p:ph type="ftr" idx="5"/>
          </p:nvPr>
        </p:nvSpPr>
        <p:spPr bwMode="auto"/>
        <p:txBody>
          <a:bodyPr/>
          <a:lstStyle/>
          <a:p>
            <a:pPr>
              <a:defRPr/>
            </a:pPr>
            <a:r>
              <a:rPr/>
              <a:t>Footer</a:t>
            </a:r>
            <a:endParaRPr/>
          </a:p>
        </p:txBody>
      </p:sp>
      <p:sp>
        <p:nvSpPr>
          <p:cNvPr id="4" name="PlaceHolder 3"/>
          <p:cNvSpPr>
            <a:spLocks noGrp="1"/>
          </p:cNvSpPr>
          <p:nvPr>
            <p:ph type="sldNum" idx="6"/>
          </p:nvPr>
        </p:nvSpPr>
        <p:spPr bwMode="auto"/>
        <p:txBody>
          <a:bodyPr/>
          <a:lstStyle/>
          <a:p>
            <a:pPr>
              <a:defRPr/>
            </a:pPr>
            <a:fld id="{66D6F475-ADCC-46EF-A005-F4879B2578B8}" type="slidenum">
              <a:rPr/>
              <a:t>‹#›</a:t>
            </a:fld>
            <a:endParaRPr/>
          </a:p>
        </p:txBody>
      </p:sp>
      <p:sp>
        <p:nvSpPr>
          <p:cNvPr id="5" name="PlaceHolder 4"/>
          <p:cNvSpPr>
            <a:spLocks noGrp="1"/>
          </p:cNvSpPr>
          <p:nvPr>
            <p:ph type="dt" idx="4"/>
          </p:nvPr>
        </p:nvSpPr>
        <p:spPr bwMode="auto"/>
        <p:txBody>
          <a:bodyPr/>
          <a:lstStyle/>
          <a:p>
            <a:pPr>
              <a:defRPr/>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AndObj" userDrawn="1">
  <p:cSld name="Title, 2 Content and Content">
    <p:spTree>
      <p:nvGrpSpPr>
        <p:cNvPr id="1" name=""/>
        <p:cNvGrpSpPr/>
        <p:nvPr/>
      </p:nvGrpSpPr>
      <p:grpSpPr bwMode="auto">
        <a:xfrm>
          <a:off x="0" y="0"/>
          <a:ext cx="0" cy="0"/>
          <a:chOff x="0" y="0"/>
          <a:chExt cx="0" cy="0"/>
        </a:xfrm>
      </p:grpSpPr>
      <p:sp>
        <p:nvSpPr>
          <p:cNvPr id="55"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56" name="PlaceHolder 2"/>
          <p:cNvSpPr>
            <a:spLocks noGrp="1"/>
          </p:cNvSpPr>
          <p:nvPr>
            <p:ph/>
          </p:nvPr>
        </p:nvSpPr>
        <p:spPr bwMode="auto">
          <a:xfrm>
            <a:off x="83772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57" name="PlaceHolder 3"/>
          <p:cNvSpPr>
            <a:spLocks noGrp="1"/>
          </p:cNvSpPr>
          <p:nvPr>
            <p:ph/>
          </p:nvPr>
        </p:nvSpPr>
        <p:spPr bwMode="auto">
          <a:xfrm>
            <a:off x="6225840" y="1825200"/>
            <a:ext cx="51310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58" name="PlaceHolder 4"/>
          <p:cNvSpPr>
            <a:spLocks noGrp="1"/>
          </p:cNvSpPr>
          <p:nvPr>
            <p:ph/>
          </p:nvPr>
        </p:nvSpPr>
        <p:spPr bwMode="auto">
          <a:xfrm>
            <a:off x="837720" y="409788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 name="PlaceHolder 5"/>
          <p:cNvSpPr>
            <a:spLocks noGrp="1"/>
          </p:cNvSpPr>
          <p:nvPr>
            <p:ph type="ftr" idx="5"/>
          </p:nvPr>
        </p:nvSpPr>
        <p:spPr bwMode="auto"/>
        <p:txBody>
          <a:bodyPr/>
          <a:lstStyle/>
          <a:p>
            <a:pPr>
              <a:defRPr/>
            </a:pPr>
            <a:r>
              <a:rPr/>
              <a:t>Footer</a:t>
            </a:r>
            <a:endParaRPr/>
          </a:p>
        </p:txBody>
      </p:sp>
      <p:sp>
        <p:nvSpPr>
          <p:cNvPr id="7" name="PlaceHolder 6"/>
          <p:cNvSpPr>
            <a:spLocks noGrp="1"/>
          </p:cNvSpPr>
          <p:nvPr>
            <p:ph type="sldNum" idx="6"/>
          </p:nvPr>
        </p:nvSpPr>
        <p:spPr bwMode="auto"/>
        <p:txBody>
          <a:bodyPr/>
          <a:lstStyle/>
          <a:p>
            <a:pPr>
              <a:defRPr/>
            </a:pPr>
            <a:fld id="{6CD5C2D5-AFEB-4203-B6BB-3234BBC07EA1}" type="slidenum">
              <a:rPr/>
              <a:t>‹#›</a:t>
            </a:fld>
            <a:endParaRPr/>
          </a:p>
        </p:txBody>
      </p:sp>
      <p:sp>
        <p:nvSpPr>
          <p:cNvPr id="8" name="PlaceHolder 7"/>
          <p:cNvSpPr>
            <a:spLocks noGrp="1"/>
          </p:cNvSpPr>
          <p:nvPr>
            <p:ph type="dt" idx="4"/>
          </p:nvPr>
        </p:nvSpPr>
        <p:spPr bwMode="auto"/>
        <p:txBody>
          <a:bodyPr/>
          <a:lstStyle/>
          <a:p>
            <a:pPr>
              <a:defRPr/>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AndTwoObj" userDrawn="1">
  <p:cSld name="Title Content and 2 Content">
    <p:spTree>
      <p:nvGrpSpPr>
        <p:cNvPr id="1" name=""/>
        <p:cNvGrpSpPr/>
        <p:nvPr/>
      </p:nvGrpSpPr>
      <p:grpSpPr bwMode="auto">
        <a:xfrm>
          <a:off x="0" y="0"/>
          <a:ext cx="0" cy="0"/>
          <a:chOff x="0" y="0"/>
          <a:chExt cx="0" cy="0"/>
        </a:xfrm>
      </p:grpSpPr>
      <p:sp>
        <p:nvSpPr>
          <p:cNvPr id="59"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60" name="PlaceHolder 2"/>
          <p:cNvSpPr>
            <a:spLocks noGrp="1"/>
          </p:cNvSpPr>
          <p:nvPr>
            <p:ph/>
          </p:nvPr>
        </p:nvSpPr>
        <p:spPr bwMode="auto">
          <a:xfrm>
            <a:off x="837720" y="1825200"/>
            <a:ext cx="5131080" cy="435096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1" name="PlaceHolder 3"/>
          <p:cNvSpPr>
            <a:spLocks noGrp="1"/>
          </p:cNvSpPr>
          <p:nvPr>
            <p:ph/>
          </p:nvPr>
        </p:nvSpPr>
        <p:spPr bwMode="auto">
          <a:xfrm>
            <a:off x="622584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2" name="PlaceHolder 4"/>
          <p:cNvSpPr>
            <a:spLocks noGrp="1"/>
          </p:cNvSpPr>
          <p:nvPr>
            <p:ph/>
          </p:nvPr>
        </p:nvSpPr>
        <p:spPr bwMode="auto">
          <a:xfrm>
            <a:off x="6225840" y="409788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 name="PlaceHolder 5"/>
          <p:cNvSpPr>
            <a:spLocks noGrp="1"/>
          </p:cNvSpPr>
          <p:nvPr>
            <p:ph type="ftr" idx="5"/>
          </p:nvPr>
        </p:nvSpPr>
        <p:spPr bwMode="auto"/>
        <p:txBody>
          <a:bodyPr/>
          <a:lstStyle/>
          <a:p>
            <a:pPr>
              <a:defRPr/>
            </a:pPr>
            <a:r>
              <a:rPr/>
              <a:t>Footer</a:t>
            </a:r>
            <a:endParaRPr/>
          </a:p>
        </p:txBody>
      </p:sp>
      <p:sp>
        <p:nvSpPr>
          <p:cNvPr id="7" name="PlaceHolder 6"/>
          <p:cNvSpPr>
            <a:spLocks noGrp="1"/>
          </p:cNvSpPr>
          <p:nvPr>
            <p:ph type="sldNum" idx="6"/>
          </p:nvPr>
        </p:nvSpPr>
        <p:spPr bwMode="auto"/>
        <p:txBody>
          <a:bodyPr/>
          <a:lstStyle/>
          <a:p>
            <a:pPr>
              <a:defRPr/>
            </a:pPr>
            <a:fld id="{781A4DE3-40EC-4775-B26B-E69707F5046C}" type="slidenum">
              <a:rPr/>
              <a:t>‹#›</a:t>
            </a:fld>
            <a:endParaRPr/>
          </a:p>
        </p:txBody>
      </p:sp>
      <p:sp>
        <p:nvSpPr>
          <p:cNvPr id="8" name="PlaceHolder 7"/>
          <p:cNvSpPr>
            <a:spLocks noGrp="1"/>
          </p:cNvSpPr>
          <p:nvPr>
            <p:ph type="dt" idx="4"/>
          </p:nvPr>
        </p:nvSpPr>
        <p:spPr bwMode="auto"/>
        <p:txBody>
          <a:bodyPr/>
          <a:lstStyle/>
          <a:p>
            <a:pPr>
              <a:defRPr/>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OverTx" userDrawn="1">
  <p:cSld name="Title, 2 Content over Content">
    <p:spTree>
      <p:nvGrpSpPr>
        <p:cNvPr id="1" name=""/>
        <p:cNvGrpSpPr/>
        <p:nvPr/>
      </p:nvGrpSpPr>
      <p:grpSpPr bwMode="auto">
        <a:xfrm>
          <a:off x="0" y="0"/>
          <a:ext cx="0" cy="0"/>
          <a:chOff x="0" y="0"/>
          <a:chExt cx="0" cy="0"/>
        </a:xfrm>
      </p:grpSpPr>
      <p:sp>
        <p:nvSpPr>
          <p:cNvPr id="63"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64" name="PlaceHolder 2"/>
          <p:cNvSpPr>
            <a:spLocks noGrp="1"/>
          </p:cNvSpPr>
          <p:nvPr>
            <p:ph/>
          </p:nvPr>
        </p:nvSpPr>
        <p:spPr bwMode="auto">
          <a:xfrm>
            <a:off x="83772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5" name="PlaceHolder 3"/>
          <p:cNvSpPr>
            <a:spLocks noGrp="1"/>
          </p:cNvSpPr>
          <p:nvPr>
            <p:ph/>
          </p:nvPr>
        </p:nvSpPr>
        <p:spPr bwMode="auto">
          <a:xfrm>
            <a:off x="622584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6" name="PlaceHolder 4"/>
          <p:cNvSpPr>
            <a:spLocks noGrp="1"/>
          </p:cNvSpPr>
          <p:nvPr>
            <p:ph/>
          </p:nvPr>
        </p:nvSpPr>
        <p:spPr bwMode="auto">
          <a:xfrm>
            <a:off x="837720" y="4097880"/>
            <a:ext cx="105148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 name="PlaceHolder 5"/>
          <p:cNvSpPr>
            <a:spLocks noGrp="1"/>
          </p:cNvSpPr>
          <p:nvPr>
            <p:ph type="ftr" idx="5"/>
          </p:nvPr>
        </p:nvSpPr>
        <p:spPr bwMode="auto"/>
        <p:txBody>
          <a:bodyPr/>
          <a:lstStyle/>
          <a:p>
            <a:pPr>
              <a:defRPr/>
            </a:pPr>
            <a:r>
              <a:rPr/>
              <a:t>Footer</a:t>
            </a:r>
            <a:endParaRPr/>
          </a:p>
        </p:txBody>
      </p:sp>
      <p:sp>
        <p:nvSpPr>
          <p:cNvPr id="7" name="PlaceHolder 6"/>
          <p:cNvSpPr>
            <a:spLocks noGrp="1"/>
          </p:cNvSpPr>
          <p:nvPr>
            <p:ph type="sldNum" idx="6"/>
          </p:nvPr>
        </p:nvSpPr>
        <p:spPr bwMode="auto"/>
        <p:txBody>
          <a:bodyPr/>
          <a:lstStyle/>
          <a:p>
            <a:pPr>
              <a:defRPr/>
            </a:pPr>
            <a:fld id="{8BB66AD6-105A-48D8-ADAF-C89BBC1512CA}" type="slidenum">
              <a:rPr/>
              <a:t>‹#›</a:t>
            </a:fld>
            <a:endParaRPr/>
          </a:p>
        </p:txBody>
      </p:sp>
      <p:sp>
        <p:nvSpPr>
          <p:cNvPr id="8" name="PlaceHolder 7"/>
          <p:cNvSpPr>
            <a:spLocks noGrp="1"/>
          </p:cNvSpPr>
          <p:nvPr>
            <p:ph type="dt" idx="4"/>
          </p:nvPr>
        </p:nvSpPr>
        <p:spPr bwMode="auto"/>
        <p:txBody>
          <a:bodyPr/>
          <a:lstStyle/>
          <a:p>
            <a:pPr>
              <a:defRPr/>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OverTx" userDrawn="1">
  <p:cSld name="Title, Content over Content">
    <p:spTree>
      <p:nvGrpSpPr>
        <p:cNvPr id="1" name=""/>
        <p:cNvGrpSpPr/>
        <p:nvPr/>
      </p:nvGrpSpPr>
      <p:grpSpPr bwMode="auto">
        <a:xfrm>
          <a:off x="0" y="0"/>
          <a:ext cx="0" cy="0"/>
          <a:chOff x="0" y="0"/>
          <a:chExt cx="0" cy="0"/>
        </a:xfrm>
      </p:grpSpPr>
      <p:sp>
        <p:nvSpPr>
          <p:cNvPr id="67"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68" name="PlaceHolder 2"/>
          <p:cNvSpPr>
            <a:spLocks noGrp="1"/>
          </p:cNvSpPr>
          <p:nvPr>
            <p:ph/>
          </p:nvPr>
        </p:nvSpPr>
        <p:spPr bwMode="auto">
          <a:xfrm>
            <a:off x="837720" y="1825200"/>
            <a:ext cx="105148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69" name="PlaceHolder 3"/>
          <p:cNvSpPr>
            <a:spLocks noGrp="1"/>
          </p:cNvSpPr>
          <p:nvPr>
            <p:ph/>
          </p:nvPr>
        </p:nvSpPr>
        <p:spPr bwMode="auto">
          <a:xfrm>
            <a:off x="837720" y="4097880"/>
            <a:ext cx="105148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5" name="PlaceHolder 4"/>
          <p:cNvSpPr>
            <a:spLocks noGrp="1"/>
          </p:cNvSpPr>
          <p:nvPr>
            <p:ph type="ftr" idx="5"/>
          </p:nvPr>
        </p:nvSpPr>
        <p:spPr bwMode="auto"/>
        <p:txBody>
          <a:bodyPr/>
          <a:lstStyle/>
          <a:p>
            <a:pPr>
              <a:defRPr/>
            </a:pPr>
            <a:r>
              <a:rPr/>
              <a:t>Footer</a:t>
            </a:r>
            <a:endParaRPr/>
          </a:p>
        </p:txBody>
      </p:sp>
      <p:sp>
        <p:nvSpPr>
          <p:cNvPr id="6" name="PlaceHolder 5"/>
          <p:cNvSpPr>
            <a:spLocks noGrp="1"/>
          </p:cNvSpPr>
          <p:nvPr>
            <p:ph type="sldNum" idx="6"/>
          </p:nvPr>
        </p:nvSpPr>
        <p:spPr bwMode="auto"/>
        <p:txBody>
          <a:bodyPr/>
          <a:lstStyle/>
          <a:p>
            <a:pPr>
              <a:defRPr/>
            </a:pPr>
            <a:fld id="{C8318770-969A-42FE-A814-B1EA1B815BC2}" type="slidenum">
              <a:rPr/>
              <a:t>‹#›</a:t>
            </a:fld>
            <a:endParaRPr/>
          </a:p>
        </p:txBody>
      </p:sp>
      <p:sp>
        <p:nvSpPr>
          <p:cNvPr id="7" name="PlaceHolder 6"/>
          <p:cNvSpPr>
            <a:spLocks noGrp="1"/>
          </p:cNvSpPr>
          <p:nvPr>
            <p:ph type="dt" idx="4"/>
          </p:nvPr>
        </p:nvSpPr>
        <p:spPr bwMode="auto"/>
        <p:txBody>
          <a:bodyPr/>
          <a:lstStyle/>
          <a:p>
            <a:pPr>
              <a:defRPr/>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fourObj" userDrawn="1">
  <p:cSld name="Title, 4 Content">
    <p:spTree>
      <p:nvGrpSpPr>
        <p:cNvPr id="1" name=""/>
        <p:cNvGrpSpPr/>
        <p:nvPr/>
      </p:nvGrpSpPr>
      <p:grpSpPr bwMode="auto">
        <a:xfrm>
          <a:off x="0" y="0"/>
          <a:ext cx="0" cy="0"/>
          <a:chOff x="0" y="0"/>
          <a:chExt cx="0" cy="0"/>
        </a:xfrm>
      </p:grpSpPr>
      <p:sp>
        <p:nvSpPr>
          <p:cNvPr id="70"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71" name="PlaceHolder 2"/>
          <p:cNvSpPr>
            <a:spLocks noGrp="1"/>
          </p:cNvSpPr>
          <p:nvPr>
            <p:ph/>
          </p:nvPr>
        </p:nvSpPr>
        <p:spPr bwMode="auto">
          <a:xfrm>
            <a:off x="83772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72" name="PlaceHolder 3"/>
          <p:cNvSpPr>
            <a:spLocks noGrp="1"/>
          </p:cNvSpPr>
          <p:nvPr>
            <p:ph/>
          </p:nvPr>
        </p:nvSpPr>
        <p:spPr bwMode="auto">
          <a:xfrm>
            <a:off x="6225840" y="182520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73" name="PlaceHolder 4"/>
          <p:cNvSpPr>
            <a:spLocks noGrp="1"/>
          </p:cNvSpPr>
          <p:nvPr>
            <p:ph/>
          </p:nvPr>
        </p:nvSpPr>
        <p:spPr bwMode="auto">
          <a:xfrm>
            <a:off x="837720" y="409788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74" name="PlaceHolder 5"/>
          <p:cNvSpPr>
            <a:spLocks noGrp="1"/>
          </p:cNvSpPr>
          <p:nvPr>
            <p:ph/>
          </p:nvPr>
        </p:nvSpPr>
        <p:spPr bwMode="auto">
          <a:xfrm>
            <a:off x="6225840" y="4097880"/>
            <a:ext cx="513108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7" name="PlaceHolder 6"/>
          <p:cNvSpPr>
            <a:spLocks noGrp="1"/>
          </p:cNvSpPr>
          <p:nvPr>
            <p:ph type="ftr" idx="5"/>
          </p:nvPr>
        </p:nvSpPr>
        <p:spPr bwMode="auto"/>
        <p:txBody>
          <a:bodyPr/>
          <a:lstStyle/>
          <a:p>
            <a:pPr>
              <a:defRPr/>
            </a:pPr>
            <a:r>
              <a:rPr/>
              <a:t>Footer</a:t>
            </a:r>
            <a:endParaRPr/>
          </a:p>
        </p:txBody>
      </p:sp>
      <p:sp>
        <p:nvSpPr>
          <p:cNvPr id="8" name="PlaceHolder 7"/>
          <p:cNvSpPr>
            <a:spLocks noGrp="1"/>
          </p:cNvSpPr>
          <p:nvPr>
            <p:ph type="sldNum" idx="6"/>
          </p:nvPr>
        </p:nvSpPr>
        <p:spPr bwMode="auto"/>
        <p:txBody>
          <a:bodyPr/>
          <a:lstStyle/>
          <a:p>
            <a:pPr>
              <a:defRPr/>
            </a:pPr>
            <a:fld id="{D377A456-32CE-419A-AEEB-843B80E73633}" type="slidenum">
              <a:rPr/>
              <a:t>‹#›</a:t>
            </a:fld>
            <a:endParaRPr/>
          </a:p>
        </p:txBody>
      </p:sp>
      <p:sp>
        <p:nvSpPr>
          <p:cNvPr id="9" name="PlaceHolder 8"/>
          <p:cNvSpPr>
            <a:spLocks noGrp="1"/>
          </p:cNvSpPr>
          <p:nvPr>
            <p:ph type="dt" idx="4"/>
          </p:nvPr>
        </p:nvSpPr>
        <p:spPr bwMode="auto"/>
        <p:txBody>
          <a:bodyPr/>
          <a:lstStyle/>
          <a:p>
            <a:pPr>
              <a:defRPr/>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Title, 6 Content">
    <p:spTree>
      <p:nvGrpSpPr>
        <p:cNvPr id="1" name=""/>
        <p:cNvGrpSpPr/>
        <p:nvPr/>
      </p:nvGrpSpPr>
      <p:grpSpPr bwMode="auto">
        <a:xfrm>
          <a:off x="0" y="0"/>
          <a:ext cx="0" cy="0"/>
          <a:chOff x="0" y="0"/>
          <a:chExt cx="0" cy="0"/>
        </a:xfrm>
      </p:grpSpPr>
      <p:sp>
        <p:nvSpPr>
          <p:cNvPr id="75" name="PlaceHolder 1"/>
          <p:cNvSpPr>
            <a:spLocks noGrp="1"/>
          </p:cNvSpPr>
          <p:nvPr>
            <p:ph type="title"/>
          </p:nvPr>
        </p:nvSpPr>
        <p:spPr bwMode="auto">
          <a:xfrm>
            <a:off x="837720" y="364680"/>
            <a:ext cx="10514880" cy="1325160"/>
          </a:xfrm>
          <a:prstGeom prst="rect">
            <a:avLst/>
          </a:prstGeom>
          <a:noFill/>
          <a:ln w="0">
            <a:noFill/>
          </a:ln>
        </p:spPr>
        <p:txBody>
          <a:bodyPr lIns="0" tIns="0" rIns="0" bIns="0" anchor="ctr">
            <a:noAutofit/>
          </a:bodyPr>
          <a:lstStyle/>
          <a:p>
            <a:pPr>
              <a:defRPr/>
            </a:pPr>
            <a:endParaRPr lang="ru-RU" sz="1800" b="0" strike="noStrike" spc="-1">
              <a:solidFill>
                <a:srgbClr val="000000"/>
              </a:solidFill>
              <a:latin typeface="Calibri"/>
            </a:endParaRPr>
          </a:p>
        </p:txBody>
      </p:sp>
      <p:sp>
        <p:nvSpPr>
          <p:cNvPr id="76" name="PlaceHolder 2"/>
          <p:cNvSpPr>
            <a:spLocks noGrp="1"/>
          </p:cNvSpPr>
          <p:nvPr>
            <p:ph/>
          </p:nvPr>
        </p:nvSpPr>
        <p:spPr bwMode="auto">
          <a:xfrm>
            <a:off x="837720" y="182520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77" name="PlaceHolder 3"/>
          <p:cNvSpPr>
            <a:spLocks noGrp="1"/>
          </p:cNvSpPr>
          <p:nvPr>
            <p:ph/>
          </p:nvPr>
        </p:nvSpPr>
        <p:spPr bwMode="auto">
          <a:xfrm>
            <a:off x="4392720" y="182520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78" name="PlaceHolder 4"/>
          <p:cNvSpPr>
            <a:spLocks noGrp="1"/>
          </p:cNvSpPr>
          <p:nvPr>
            <p:ph/>
          </p:nvPr>
        </p:nvSpPr>
        <p:spPr bwMode="auto">
          <a:xfrm>
            <a:off x="7948080" y="182520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79" name="PlaceHolder 5"/>
          <p:cNvSpPr>
            <a:spLocks noGrp="1"/>
          </p:cNvSpPr>
          <p:nvPr>
            <p:ph/>
          </p:nvPr>
        </p:nvSpPr>
        <p:spPr bwMode="auto">
          <a:xfrm>
            <a:off x="837720" y="409788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80" name="PlaceHolder 6"/>
          <p:cNvSpPr>
            <a:spLocks noGrp="1"/>
          </p:cNvSpPr>
          <p:nvPr>
            <p:ph/>
          </p:nvPr>
        </p:nvSpPr>
        <p:spPr bwMode="auto">
          <a:xfrm>
            <a:off x="4392720" y="409788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81" name="PlaceHolder 7"/>
          <p:cNvSpPr>
            <a:spLocks noGrp="1"/>
          </p:cNvSpPr>
          <p:nvPr>
            <p:ph/>
          </p:nvPr>
        </p:nvSpPr>
        <p:spPr bwMode="auto">
          <a:xfrm>
            <a:off x="7948080" y="4097880"/>
            <a:ext cx="3385440" cy="2075040"/>
          </a:xfrm>
          <a:prstGeom prst="rect">
            <a:avLst/>
          </a:prstGeom>
          <a:noFill/>
          <a:ln w="0">
            <a:noFill/>
          </a:ln>
        </p:spPr>
        <p:txBody>
          <a:bodyPr lIns="0" tIns="0" rIns="0" bIns="0" anchor="t">
            <a:normAutofit/>
          </a:bodyPr>
          <a:lstStyle/>
          <a:p>
            <a:pPr>
              <a:lnSpc>
                <a:spcPct val="90000"/>
              </a:lnSpc>
              <a:spcBef>
                <a:spcPts val="1409"/>
              </a:spcBef>
              <a:buNone/>
              <a:defRPr/>
            </a:pPr>
            <a:endParaRPr lang="ru-RU" sz="2800" b="0" strike="noStrike" spc="-1">
              <a:solidFill>
                <a:srgbClr val="000000"/>
              </a:solidFill>
              <a:latin typeface="Calibri"/>
            </a:endParaRPr>
          </a:p>
        </p:txBody>
      </p:sp>
      <p:sp>
        <p:nvSpPr>
          <p:cNvPr id="9" name="PlaceHolder 8"/>
          <p:cNvSpPr>
            <a:spLocks noGrp="1"/>
          </p:cNvSpPr>
          <p:nvPr>
            <p:ph type="ftr" idx="5"/>
          </p:nvPr>
        </p:nvSpPr>
        <p:spPr bwMode="auto"/>
        <p:txBody>
          <a:bodyPr/>
          <a:lstStyle/>
          <a:p>
            <a:pPr>
              <a:defRPr/>
            </a:pPr>
            <a:r>
              <a:rPr/>
              <a:t>Footer</a:t>
            </a:r>
            <a:endParaRPr/>
          </a:p>
        </p:txBody>
      </p:sp>
      <p:sp>
        <p:nvSpPr>
          <p:cNvPr id="10" name="PlaceHolder 9"/>
          <p:cNvSpPr>
            <a:spLocks noGrp="1"/>
          </p:cNvSpPr>
          <p:nvPr>
            <p:ph type="sldNum" idx="6"/>
          </p:nvPr>
        </p:nvSpPr>
        <p:spPr bwMode="auto"/>
        <p:txBody>
          <a:bodyPr/>
          <a:lstStyle/>
          <a:p>
            <a:pPr>
              <a:defRPr/>
            </a:pPr>
            <a:fld id="{D45C532E-DC8A-4FC3-AFE1-B5E430FCF083}" type="slidenum">
              <a:rPr/>
              <a:t>‹#›</a:t>
            </a:fld>
            <a:endParaRPr/>
          </a:p>
        </p:txBody>
      </p:sp>
      <p:sp>
        <p:nvSpPr>
          <p:cNvPr id="11" name="PlaceHolder 10"/>
          <p:cNvSpPr>
            <a:spLocks noGrp="1"/>
          </p:cNvSpPr>
          <p:nvPr>
            <p:ph type="dt" idx="4"/>
          </p:nvPr>
        </p:nvSpPr>
        <p:spPr bwMode="auto"/>
        <p:txBody>
          <a:bodyPr/>
          <a:lstStyle/>
          <a:p>
            <a:pPr>
              <a:defRPr/>
            </a:pP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5" name="PlaceHolder 1"/>
          <p:cNvSpPr>
            <a:spLocks noGrp="1"/>
          </p:cNvSpPr>
          <p:nvPr>
            <p:ph type="title"/>
          </p:nvPr>
        </p:nvSpPr>
        <p:spPr bwMode="auto">
          <a:xfrm>
            <a:off x="1523520" y="1121760"/>
            <a:ext cx="9143280" cy="2387160"/>
          </a:xfrm>
          <a:prstGeom prst="rect">
            <a:avLst/>
          </a:prstGeom>
          <a:noFill/>
          <a:ln w="0">
            <a:noFill/>
          </a:ln>
        </p:spPr>
        <p:txBody>
          <a:bodyPr anchor="b">
            <a:noAutofit/>
          </a:bodyPr>
          <a:lstStyle/>
          <a:p>
            <a:pPr algn="ctr">
              <a:lnSpc>
                <a:spcPct val="90000"/>
              </a:lnSpc>
              <a:buNone/>
              <a:defRPr/>
            </a:pPr>
            <a:r>
              <a:rPr lang="ru-RU" sz="6000" b="0" strike="noStrike" spc="-1">
                <a:solidFill>
                  <a:srgbClr val="000000"/>
                </a:solidFill>
                <a:latin typeface="Calibri Light"/>
              </a:rPr>
              <a:t>Образец заголовка</a:t>
            </a:r>
            <a:endParaRPr lang="ru-RU" sz="6000" b="0" strike="noStrike" spc="-1">
              <a:solidFill>
                <a:srgbClr val="000000"/>
              </a:solidFill>
              <a:latin typeface="Calibri"/>
            </a:endParaRPr>
          </a:p>
        </p:txBody>
      </p:sp>
      <p:sp>
        <p:nvSpPr>
          <p:cNvPr id="6" name="PlaceHolder 2"/>
          <p:cNvSpPr>
            <a:spLocks noGrp="1"/>
          </p:cNvSpPr>
          <p:nvPr>
            <p:ph type="dt" idx="1"/>
          </p:nvPr>
        </p:nvSpPr>
        <p:spPr bwMode="auto">
          <a:xfrm>
            <a:off x="837720" y="6356160"/>
            <a:ext cx="2742840" cy="365040"/>
          </a:xfrm>
          <a:prstGeom prst="rect">
            <a:avLst/>
          </a:prstGeom>
          <a:noFill/>
          <a:ln w="0">
            <a:noFill/>
          </a:ln>
        </p:spPr>
        <p:txBody>
          <a:bodyPr anchor="ctr">
            <a:noAutofit/>
          </a:bodyPr>
          <a:lstStyle>
            <a:lvl1pPr>
              <a:lnSpc>
                <a:spcPct val="100000"/>
              </a:lnSpc>
              <a:buNone/>
              <a:defRPr lang="ru-RU" sz="1200" b="0" strike="noStrike" spc="-1">
                <a:solidFill>
                  <a:srgbClr val="8B8B8B"/>
                </a:solidFill>
                <a:latin typeface="Calibri"/>
              </a:defRPr>
            </a:lvl1pPr>
          </a:lstStyle>
          <a:p>
            <a:pPr>
              <a:lnSpc>
                <a:spcPct val="100000"/>
              </a:lnSpc>
              <a:buNone/>
              <a:defRPr/>
            </a:pPr>
            <a:r>
              <a:rPr lang="ru-RU" sz="1200" b="0" strike="noStrike" spc="-1">
                <a:solidFill>
                  <a:srgbClr val="8B8B8B"/>
                </a:solidFill>
                <a:latin typeface="Calibri"/>
              </a:rPr>
              <a:t> </a:t>
            </a:r>
            <a:endParaRPr lang="ru-RU" sz="1200" b="0" strike="noStrike" spc="-1">
              <a:latin typeface="Times New Roman"/>
            </a:endParaRPr>
          </a:p>
        </p:txBody>
      </p:sp>
      <p:sp>
        <p:nvSpPr>
          <p:cNvPr id="2" name="PlaceHolder 3"/>
          <p:cNvSpPr>
            <a:spLocks noGrp="1"/>
          </p:cNvSpPr>
          <p:nvPr>
            <p:ph type="ftr" idx="2"/>
          </p:nvPr>
        </p:nvSpPr>
        <p:spPr bwMode="auto">
          <a:xfrm>
            <a:off x="4037400" y="6356160"/>
            <a:ext cx="4114440" cy="365040"/>
          </a:xfrm>
          <a:prstGeom prst="rect">
            <a:avLst/>
          </a:prstGeom>
          <a:noFill/>
          <a:ln w="0">
            <a:noFill/>
          </a:ln>
        </p:spPr>
        <p:txBody>
          <a:bodyPr anchor="ctr">
            <a:noAutofit/>
          </a:bodyPr>
          <a:lstStyle>
            <a:lvl1pPr algn="ctr">
              <a:buNone/>
              <a:defRPr lang="ru-RU" sz="1400" b="0" strike="noStrike" spc="-1">
                <a:latin typeface="Times New Roman"/>
              </a:defRPr>
            </a:lvl1pPr>
          </a:lstStyle>
          <a:p>
            <a:pPr algn="ctr">
              <a:buNone/>
              <a:defRPr/>
            </a:pPr>
            <a:r>
              <a:rPr lang="ru-RU" sz="1400" b="0" strike="noStrike" spc="-1">
                <a:latin typeface="Times New Roman"/>
              </a:rPr>
              <a:t> </a:t>
            </a:r>
            <a:endParaRPr/>
          </a:p>
        </p:txBody>
      </p:sp>
      <p:sp>
        <p:nvSpPr>
          <p:cNvPr id="3" name="PlaceHolder 4"/>
          <p:cNvSpPr>
            <a:spLocks noGrp="1"/>
          </p:cNvSpPr>
          <p:nvPr>
            <p:ph type="sldNum" idx="3"/>
          </p:nvPr>
        </p:nvSpPr>
        <p:spPr bwMode="auto">
          <a:xfrm>
            <a:off x="8609760" y="6356160"/>
            <a:ext cx="2742840" cy="365040"/>
          </a:xfrm>
          <a:prstGeom prst="rect">
            <a:avLst/>
          </a:prstGeom>
          <a:noFill/>
          <a:ln w="0">
            <a:noFill/>
          </a:ln>
        </p:spPr>
        <p:txBody>
          <a:bodyPr anchor="ctr">
            <a:noAutofit/>
          </a:bodyPr>
          <a:lstStyle>
            <a:lvl1pPr algn="r">
              <a:lnSpc>
                <a:spcPct val="100000"/>
              </a:lnSpc>
              <a:buNone/>
              <a:defRPr lang="ru-RU" sz="1200" b="0" strike="noStrike" spc="-1">
                <a:solidFill>
                  <a:srgbClr val="8B8B8B"/>
                </a:solidFill>
                <a:latin typeface="Calibri"/>
              </a:defRPr>
            </a:lvl1pPr>
          </a:lstStyle>
          <a:p>
            <a:pPr algn="r">
              <a:lnSpc>
                <a:spcPct val="100000"/>
              </a:lnSpc>
              <a:buNone/>
              <a:defRPr/>
            </a:pPr>
            <a:fld id="{10E352E6-A6A2-4F6F-B46A-F48437F8FBAC}" type="slidenum">
              <a:rPr lang="ru-RU" sz="1200" b="0" strike="noStrike" spc="-1">
                <a:solidFill>
                  <a:srgbClr val="8B8B8B"/>
                </a:solidFill>
                <a:latin typeface="Calibri"/>
              </a:rPr>
              <a:t>‹#›</a:t>
            </a:fld>
            <a:endParaRPr lang="ru-RU" sz="1200" b="0" strike="noStrike" spc="-1">
              <a:latin typeface="Times New Roman"/>
            </a:endParaRPr>
          </a:p>
        </p:txBody>
      </p:sp>
      <p:sp>
        <p:nvSpPr>
          <p:cNvPr id="4" name="PlaceHolder 5"/>
          <p:cNvSpPr>
            <a:spLocks noGrp="1"/>
          </p:cNvSpPr>
          <p:nvPr>
            <p:ph type="body"/>
          </p:nvPr>
        </p:nvSpPr>
        <p:spPr bwMode="auto">
          <a:xfrm>
            <a:off x="609120" y="1603800"/>
            <a:ext cx="10972079" cy="3977280"/>
          </a:xfrm>
          <a:prstGeom prst="rect">
            <a:avLst/>
          </a:prstGeom>
          <a:noFill/>
          <a:ln w="0">
            <a:noFill/>
          </a:ln>
        </p:spPr>
        <p:txBody>
          <a:bodyPr lIns="0" tIns="0" rIns="0" bIns="0" anchor="t">
            <a:normAutofit/>
          </a:bodyPr>
          <a:lstStyle/>
          <a:p>
            <a:pPr marL="432000" indent="-324000">
              <a:lnSpc>
                <a:spcPct val="90000"/>
              </a:lnSpc>
              <a:spcBef>
                <a:spcPts val="1409"/>
              </a:spcBef>
              <a:buClr>
                <a:srgbClr val="000000"/>
              </a:buClr>
              <a:buSzPct val="45000"/>
              <a:buFont typeface="Wingdings"/>
              <a:buChar char=""/>
              <a:defRPr/>
            </a:pPr>
            <a:r>
              <a:rPr lang="ru-RU" sz="2800" b="0" strike="noStrike" spc="-1">
                <a:solidFill>
                  <a:srgbClr val="000000"/>
                </a:solidFill>
                <a:latin typeface="Calibri"/>
              </a:rPr>
              <a:t>Для правки структуры щёлкните мышью</a:t>
            </a:r>
            <a:endParaRPr/>
          </a:p>
          <a:p>
            <a:pPr marL="864000" lvl="1" indent="-324000">
              <a:lnSpc>
                <a:spcPct val="90000"/>
              </a:lnSpc>
              <a:spcBef>
                <a:spcPts val="1131"/>
              </a:spcBef>
              <a:buClr>
                <a:srgbClr val="000000"/>
              </a:buClr>
              <a:buSzPct val="75000"/>
              <a:buFont typeface="Symbol"/>
              <a:buChar char=""/>
              <a:defRPr/>
            </a:pPr>
            <a:r>
              <a:rPr lang="ru-RU" sz="2000" b="0" strike="noStrike" spc="-1">
                <a:solidFill>
                  <a:srgbClr val="000000"/>
                </a:solidFill>
                <a:latin typeface="Calibri"/>
              </a:rPr>
              <a:t>Второй уровень структуры</a:t>
            </a:r>
            <a:endParaRPr/>
          </a:p>
          <a:p>
            <a:pPr marL="1296000" lvl="2" indent="-288000">
              <a:lnSpc>
                <a:spcPct val="90000"/>
              </a:lnSpc>
              <a:spcBef>
                <a:spcPts val="848"/>
              </a:spcBef>
              <a:buClr>
                <a:srgbClr val="000000"/>
              </a:buClr>
              <a:buSzPct val="45000"/>
              <a:buFont typeface="Wingdings"/>
              <a:buChar char=""/>
              <a:defRPr/>
            </a:pPr>
            <a:r>
              <a:rPr lang="ru-RU" sz="1800" b="0" strike="noStrike" spc="-1">
                <a:solidFill>
                  <a:srgbClr val="000000"/>
                </a:solidFill>
                <a:latin typeface="Calibri"/>
              </a:rPr>
              <a:t>Третий уровень структуры</a:t>
            </a:r>
            <a:endParaRPr/>
          </a:p>
          <a:p>
            <a:pPr marL="1728000" lvl="3" indent="-216000">
              <a:lnSpc>
                <a:spcPct val="90000"/>
              </a:lnSpc>
              <a:spcBef>
                <a:spcPts val="564"/>
              </a:spcBef>
              <a:buClr>
                <a:srgbClr val="000000"/>
              </a:buClr>
              <a:buSzPct val="75000"/>
              <a:buFont typeface="Symbol"/>
              <a:buChar char=""/>
              <a:defRPr/>
            </a:pPr>
            <a:r>
              <a:rPr lang="ru-RU" sz="1800" b="0" strike="noStrike" spc="-1">
                <a:solidFill>
                  <a:srgbClr val="000000"/>
                </a:solidFill>
                <a:latin typeface="Calibri"/>
              </a:rPr>
              <a:t>Четвёртый уровень структуры</a:t>
            </a:r>
            <a:endParaRPr/>
          </a:p>
          <a:p>
            <a:pPr marL="2160000" lvl="4" indent="-216000">
              <a:lnSpc>
                <a:spcPct val="90000"/>
              </a:lnSpc>
              <a:spcBef>
                <a:spcPts val="281"/>
              </a:spcBef>
              <a:buClr>
                <a:srgbClr val="000000"/>
              </a:buClr>
              <a:buSzPct val="45000"/>
              <a:buFont typeface="Wingdings"/>
              <a:buChar char=""/>
              <a:defRPr/>
            </a:pPr>
            <a:r>
              <a:rPr lang="ru-RU" sz="2000" b="0" strike="noStrike" spc="-1">
                <a:solidFill>
                  <a:srgbClr val="000000"/>
                </a:solidFill>
                <a:latin typeface="Calibri"/>
              </a:rPr>
              <a:t>Пятый уровень структуры</a:t>
            </a:r>
            <a:endParaRPr/>
          </a:p>
          <a:p>
            <a:pPr marL="2592000" lvl="5" indent="-216000">
              <a:lnSpc>
                <a:spcPct val="90000"/>
              </a:lnSpc>
              <a:spcBef>
                <a:spcPts val="281"/>
              </a:spcBef>
              <a:buClr>
                <a:srgbClr val="000000"/>
              </a:buClr>
              <a:buSzPct val="45000"/>
              <a:buFont typeface="Wingdings"/>
              <a:buChar char=""/>
              <a:defRPr/>
            </a:pPr>
            <a:r>
              <a:rPr lang="ru-RU" sz="2000" b="0" strike="noStrike" spc="-1">
                <a:solidFill>
                  <a:srgbClr val="000000"/>
                </a:solidFill>
                <a:latin typeface="Calibri"/>
              </a:rPr>
              <a:t>Шестой уровень структуры</a:t>
            </a:r>
            <a:endParaRPr/>
          </a:p>
          <a:p>
            <a:pPr marL="3024000" lvl="6" indent="-216000">
              <a:lnSpc>
                <a:spcPct val="90000"/>
              </a:lnSpc>
              <a:spcBef>
                <a:spcPts val="281"/>
              </a:spcBef>
              <a:buClr>
                <a:srgbClr val="000000"/>
              </a:buClr>
              <a:buSzPct val="45000"/>
              <a:buFont typeface="Wingdings"/>
              <a:buChar char=""/>
              <a:defRPr/>
            </a:pPr>
            <a:r>
              <a:rPr lang="ru-RU" sz="2000" b="0" strike="noStrike" spc="-1">
                <a:solidFill>
                  <a:srgbClr val="000000"/>
                </a:solidFill>
                <a:latin typeface="Calibri"/>
              </a:rPr>
              <a:t>Седьмой уровень структуры</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41"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a:lnSpc>
                <a:spcPct val="90000"/>
              </a:lnSpc>
              <a:buNone/>
              <a:defRPr/>
            </a:pPr>
            <a:r>
              <a:rPr lang="ru-RU" sz="4400" b="0" strike="noStrike" spc="-1">
                <a:solidFill>
                  <a:srgbClr val="000000"/>
                </a:solidFill>
                <a:latin typeface="Calibri Light"/>
              </a:rPr>
              <a:t>Образец заголовка</a:t>
            </a:r>
            <a:endParaRPr lang="ru-RU" sz="4400" b="0" strike="noStrike" spc="-1">
              <a:solidFill>
                <a:srgbClr val="000000"/>
              </a:solidFill>
              <a:latin typeface="Calibri"/>
            </a:endParaRPr>
          </a:p>
        </p:txBody>
      </p:sp>
      <p:sp>
        <p:nvSpPr>
          <p:cNvPr id="42" name="PlaceHolder 2"/>
          <p:cNvSpPr>
            <a:spLocks noGrp="1"/>
          </p:cNvSpPr>
          <p:nvPr>
            <p:ph type="body"/>
          </p:nvPr>
        </p:nvSpPr>
        <p:spPr bwMode="auto">
          <a:xfrm>
            <a:off x="837720" y="1825200"/>
            <a:ext cx="1051488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defRPr/>
            </a:pPr>
            <a:r>
              <a:rPr lang="ru-RU" sz="2800" b="0" strike="noStrike" spc="-1">
                <a:solidFill>
                  <a:srgbClr val="000000"/>
                </a:solidFill>
                <a:latin typeface="Calibri"/>
              </a:rPr>
              <a:t>Образец текста</a:t>
            </a:r>
            <a:endParaRPr/>
          </a:p>
          <a:p>
            <a:pPr marL="685800" lvl="1" indent="-228600">
              <a:lnSpc>
                <a:spcPct val="90000"/>
              </a:lnSpc>
              <a:spcBef>
                <a:spcPts val="499"/>
              </a:spcBef>
              <a:buClr>
                <a:srgbClr val="000000"/>
              </a:buClr>
              <a:buFont typeface="Arial"/>
              <a:buChar char="•"/>
              <a:defRPr/>
            </a:pPr>
            <a:r>
              <a:rPr lang="ru-RU" sz="2400" b="0" strike="noStrike" spc="-1">
                <a:solidFill>
                  <a:srgbClr val="000000"/>
                </a:solidFill>
                <a:latin typeface="Calibri"/>
              </a:rPr>
              <a:t>Второй уровень</a:t>
            </a:r>
            <a:endParaRPr/>
          </a:p>
          <a:p>
            <a:pPr marL="1143000" lvl="2" indent="-228600">
              <a:lnSpc>
                <a:spcPct val="90000"/>
              </a:lnSpc>
              <a:spcBef>
                <a:spcPts val="499"/>
              </a:spcBef>
              <a:buClr>
                <a:srgbClr val="000000"/>
              </a:buClr>
              <a:buFont typeface="Arial"/>
              <a:buChar char="•"/>
              <a:defRPr/>
            </a:pPr>
            <a:r>
              <a:rPr lang="ru-RU" sz="2000" b="0" strike="noStrike" spc="-1">
                <a:solidFill>
                  <a:srgbClr val="000000"/>
                </a:solidFill>
                <a:latin typeface="Calibri"/>
              </a:rPr>
              <a:t>Третий уровень</a:t>
            </a:r>
            <a:endParaRPr/>
          </a:p>
          <a:p>
            <a:pPr marL="1600200" lvl="3" indent="-228600">
              <a:lnSpc>
                <a:spcPct val="90000"/>
              </a:lnSpc>
              <a:spcBef>
                <a:spcPts val="499"/>
              </a:spcBef>
              <a:buClr>
                <a:srgbClr val="000000"/>
              </a:buClr>
              <a:buFont typeface="Arial"/>
              <a:buChar char="•"/>
              <a:defRPr/>
            </a:pPr>
            <a:r>
              <a:rPr lang="ru-RU" sz="1800" b="0" strike="noStrike" spc="-1">
                <a:solidFill>
                  <a:srgbClr val="000000"/>
                </a:solidFill>
                <a:latin typeface="Calibri"/>
              </a:rPr>
              <a:t>Четвертый уровень</a:t>
            </a:r>
            <a:endParaRPr/>
          </a:p>
          <a:p>
            <a:pPr marL="2057400" lvl="4" indent="-228600">
              <a:lnSpc>
                <a:spcPct val="90000"/>
              </a:lnSpc>
              <a:spcBef>
                <a:spcPts val="499"/>
              </a:spcBef>
              <a:buClr>
                <a:srgbClr val="000000"/>
              </a:buClr>
              <a:buFont typeface="Arial"/>
              <a:buChar char="•"/>
              <a:defRPr/>
            </a:pPr>
            <a:r>
              <a:rPr lang="ru-RU" sz="1800" b="0" strike="noStrike" spc="-1">
                <a:solidFill>
                  <a:srgbClr val="000000"/>
                </a:solidFill>
                <a:latin typeface="Calibri"/>
              </a:rPr>
              <a:t>Пятый уровень</a:t>
            </a:r>
            <a:endParaRPr/>
          </a:p>
        </p:txBody>
      </p:sp>
      <p:sp>
        <p:nvSpPr>
          <p:cNvPr id="43" name="PlaceHolder 3"/>
          <p:cNvSpPr>
            <a:spLocks noGrp="1"/>
          </p:cNvSpPr>
          <p:nvPr>
            <p:ph type="dt" idx="4"/>
          </p:nvPr>
        </p:nvSpPr>
        <p:spPr bwMode="auto">
          <a:xfrm>
            <a:off x="837720" y="6356160"/>
            <a:ext cx="2742840" cy="365040"/>
          </a:xfrm>
          <a:prstGeom prst="rect">
            <a:avLst/>
          </a:prstGeom>
          <a:noFill/>
          <a:ln w="0">
            <a:noFill/>
          </a:ln>
        </p:spPr>
        <p:txBody>
          <a:bodyPr anchor="ctr">
            <a:noAutofit/>
          </a:bodyPr>
          <a:lstStyle>
            <a:lvl1pPr>
              <a:lnSpc>
                <a:spcPct val="100000"/>
              </a:lnSpc>
              <a:buNone/>
              <a:defRPr lang="ru-RU" sz="1200" b="0" strike="noStrike" spc="-1">
                <a:solidFill>
                  <a:srgbClr val="8B8B8B"/>
                </a:solidFill>
                <a:latin typeface="Calibri"/>
              </a:defRPr>
            </a:lvl1pPr>
          </a:lstStyle>
          <a:p>
            <a:pPr>
              <a:lnSpc>
                <a:spcPct val="100000"/>
              </a:lnSpc>
              <a:buNone/>
              <a:defRPr/>
            </a:pPr>
            <a:r>
              <a:rPr lang="ru-RU" sz="1200" b="0" strike="noStrike" spc="-1">
                <a:solidFill>
                  <a:srgbClr val="8B8B8B"/>
                </a:solidFill>
                <a:latin typeface="Calibri"/>
              </a:rPr>
              <a:t>&lt;дата/время&gt;</a:t>
            </a:r>
            <a:endParaRPr lang="ru-RU" sz="1200" b="0" strike="noStrike" spc="-1">
              <a:latin typeface="Times New Roman"/>
            </a:endParaRPr>
          </a:p>
        </p:txBody>
      </p:sp>
      <p:sp>
        <p:nvSpPr>
          <p:cNvPr id="44" name="PlaceHolder 4"/>
          <p:cNvSpPr>
            <a:spLocks noGrp="1"/>
          </p:cNvSpPr>
          <p:nvPr>
            <p:ph type="ftr" idx="5"/>
          </p:nvPr>
        </p:nvSpPr>
        <p:spPr bwMode="auto">
          <a:xfrm>
            <a:off x="4037400" y="6356160"/>
            <a:ext cx="4114440" cy="365040"/>
          </a:xfrm>
          <a:prstGeom prst="rect">
            <a:avLst/>
          </a:prstGeom>
          <a:noFill/>
          <a:ln w="0">
            <a:noFill/>
          </a:ln>
        </p:spPr>
        <p:txBody>
          <a:bodyPr anchor="ctr">
            <a:noAutofit/>
          </a:bodyPr>
          <a:lstStyle>
            <a:lvl1pPr algn="ctr">
              <a:buNone/>
              <a:defRPr lang="ru-RU" sz="1400" b="0" strike="noStrike" spc="-1">
                <a:latin typeface="Times New Roman"/>
              </a:defRPr>
            </a:lvl1pPr>
          </a:lstStyle>
          <a:p>
            <a:pPr algn="ctr">
              <a:buNone/>
              <a:defRPr/>
            </a:pPr>
            <a:r>
              <a:rPr lang="ru-RU" sz="1400" b="0" strike="noStrike" spc="-1">
                <a:latin typeface="Times New Roman"/>
              </a:rPr>
              <a:t>&lt;нижний колонтитул&gt;</a:t>
            </a:r>
            <a:endParaRPr/>
          </a:p>
        </p:txBody>
      </p:sp>
      <p:sp>
        <p:nvSpPr>
          <p:cNvPr id="45" name="PlaceHolder 5"/>
          <p:cNvSpPr>
            <a:spLocks noGrp="1"/>
          </p:cNvSpPr>
          <p:nvPr>
            <p:ph type="sldNum" idx="6"/>
          </p:nvPr>
        </p:nvSpPr>
        <p:spPr bwMode="auto">
          <a:xfrm>
            <a:off x="8609760" y="6356160"/>
            <a:ext cx="2742840" cy="365040"/>
          </a:xfrm>
          <a:prstGeom prst="rect">
            <a:avLst/>
          </a:prstGeom>
          <a:noFill/>
          <a:ln w="0">
            <a:noFill/>
          </a:ln>
        </p:spPr>
        <p:txBody>
          <a:bodyPr anchor="ctr">
            <a:noAutofit/>
          </a:bodyPr>
          <a:lstStyle>
            <a:lvl1pPr algn="r">
              <a:lnSpc>
                <a:spcPct val="100000"/>
              </a:lnSpc>
              <a:buNone/>
              <a:defRPr lang="ru-RU" sz="1200" b="0" strike="noStrike" spc="-1">
                <a:solidFill>
                  <a:srgbClr val="8B8B8B"/>
                </a:solidFill>
                <a:latin typeface="Calibri"/>
              </a:defRPr>
            </a:lvl1pPr>
          </a:lstStyle>
          <a:p>
            <a:pPr algn="r">
              <a:lnSpc>
                <a:spcPct val="100000"/>
              </a:lnSpc>
              <a:buNone/>
              <a:defRPr/>
            </a:pPr>
            <a:fld id="{5D055F14-F48E-4168-98EA-A8E7AE705CB2}" type="slidenum">
              <a:rPr lang="ru-RU" sz="1200" b="0" strike="noStrike" spc="-1">
                <a:solidFill>
                  <a:srgbClr val="8B8B8B"/>
                </a:solidFill>
                <a:latin typeface="Calibri"/>
              </a:rPr>
              <a:t>‹#›</a:t>
            </a:fld>
            <a:endParaRPr lang="ru-RU"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 name="PlaceHolder 1"/>
          <p:cNvSpPr>
            <a:spLocks noGrp="1"/>
          </p:cNvSpPr>
          <p:nvPr>
            <p:ph type="title"/>
          </p:nvPr>
        </p:nvSpPr>
        <p:spPr bwMode="auto">
          <a:xfrm>
            <a:off x="1523520" y="1121760"/>
            <a:ext cx="9143280" cy="2387160"/>
          </a:xfrm>
          <a:prstGeom prst="rect">
            <a:avLst/>
          </a:prstGeom>
          <a:noFill/>
          <a:ln w="0">
            <a:noFill/>
          </a:ln>
        </p:spPr>
        <p:txBody>
          <a:bodyPr anchor="b">
            <a:noAutofit/>
          </a:bodyPr>
          <a:lstStyle/>
          <a:p>
            <a:pPr algn="ctr">
              <a:lnSpc>
                <a:spcPct val="90000"/>
              </a:lnSpc>
              <a:buNone/>
              <a:defRPr/>
            </a:pPr>
            <a:r>
              <a:rPr lang="ru-RU" sz="6000" b="0" i="0" u="none" strike="noStrike" cap="none" spc="0">
                <a:solidFill>
                  <a:srgbClr val="000000"/>
                </a:solidFill>
                <a:latin typeface="Calibri Light"/>
                <a:ea typeface="Calibri Light"/>
                <a:cs typeface="Calibri Light"/>
              </a:rPr>
              <a:t>Сложность алгоритмов</a:t>
            </a:r>
            <a:br>
              <a:rPr lang="ru-RU" sz="6000" b="0" i="0" u="none" strike="noStrike" cap="none" spc="0">
                <a:solidFill>
                  <a:srgbClr val="000000"/>
                </a:solidFill>
                <a:latin typeface="Calibri Light"/>
                <a:ea typeface="Calibri Light"/>
                <a:cs typeface="Calibri Light"/>
              </a:rPr>
            </a:br>
            <a:r>
              <a:rPr lang="ru-RU" sz="6000" b="0" i="0" u="none" strike="noStrike" cap="none" spc="0">
                <a:solidFill>
                  <a:srgbClr val="000000"/>
                </a:solidFill>
                <a:latin typeface="Calibri Light"/>
                <a:ea typeface="Calibri Light"/>
                <a:cs typeface="Calibri Light"/>
              </a:rPr>
              <a:t>Big O</a:t>
            </a:r>
            <a:endParaRPr lang="ru-RU" sz="6000" b="0" strike="noStrike" spc="-1">
              <a:solidFill>
                <a:srgbClr val="000000"/>
              </a:solidFill>
              <a:latin typeface="Calibri"/>
            </a:endParaRPr>
          </a:p>
        </p:txBody>
      </p:sp>
      <p:sp>
        <p:nvSpPr>
          <p:cNvPr id="83" name="PlaceHolder 2"/>
          <p:cNvSpPr>
            <a:spLocks noGrp="1"/>
          </p:cNvSpPr>
          <p:nvPr>
            <p:ph type="subTitle"/>
          </p:nvPr>
        </p:nvSpPr>
        <p:spPr bwMode="auto">
          <a:xfrm>
            <a:off x="1523520" y="3601800"/>
            <a:ext cx="9143280" cy="1654920"/>
          </a:xfrm>
          <a:prstGeom prst="rect">
            <a:avLst/>
          </a:prstGeom>
          <a:noFill/>
          <a:ln w="0">
            <a:noFill/>
          </a:ln>
        </p:spPr>
        <p:txBody>
          <a:bodyPr anchor="t">
            <a:noAutofit/>
          </a:bodyPr>
          <a:lstStyle/>
          <a:p>
            <a:pPr algn="ctr">
              <a:buNone/>
              <a:defRPr/>
            </a:pPr>
            <a:endParaRPr lang="ru-RU" sz="3200" b="0" strike="noStrike" spc="-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a:lnSpc>
                <a:spcPct val="90000"/>
              </a:lnSpc>
              <a:buNone/>
              <a:defRPr/>
            </a:pPr>
            <a:r>
              <a:rPr lang="ru-RU" sz="4400" b="1" strike="noStrike" spc="0">
                <a:solidFill>
                  <a:srgbClr val="000000"/>
                </a:solidFill>
                <a:latin typeface="Calibri Light"/>
              </a:rPr>
              <a:t>Что это и зачем надо</a:t>
            </a:r>
            <a:endParaRPr lang="ru-RU" sz="4400" b="0" strike="noStrike" spc="-1">
              <a:solidFill>
                <a:srgbClr val="000000"/>
              </a:solidFill>
              <a:latin typeface="Calibri"/>
            </a:endParaRPr>
          </a:p>
        </p:txBody>
      </p:sp>
      <p:sp>
        <p:nvSpPr>
          <p:cNvPr id="85"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lvl="1" algn="just">
              <a:lnSpc>
                <a:spcPct val="90000"/>
              </a:lnSpc>
              <a:spcBef>
                <a:spcPts val="1001"/>
              </a:spcBef>
              <a:buNone/>
              <a:tabLst>
                <a:tab pos="0" algn="l"/>
              </a:tabLst>
              <a:defRPr/>
            </a:pPr>
            <a:r>
              <a:rPr lang="ru-RU" sz="2800" b="0" i="0" u="none" strike="noStrike" cap="none" spc="0">
                <a:solidFill>
                  <a:srgbClr val="000000"/>
                </a:solidFill>
                <a:latin typeface="Calibri"/>
                <a:ea typeface="Calibri"/>
                <a:cs typeface="Calibri"/>
              </a:rPr>
              <a:t>Сложность алгоритмов - это ключевой аспект при проектировании и создании приложений, особенно при работе с большим объемом данных или выполнении вычислительно сложных операций. Понимание, как оценивать сложность алгоритмов, помогает принимать обоснованные решения в выборе алгоритмов и структур данных, а также оптимизировать производительность своих приложений.</a:t>
            </a:r>
            <a:endParaRPr lang="ru-RU" sz="2800" b="0" strike="noStrike" spc="-1">
              <a:solidFill>
                <a:srgbClr val="000000"/>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0598783"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a:lnSpc>
                <a:spcPct val="90000"/>
              </a:lnSpc>
              <a:buNone/>
              <a:defRPr/>
            </a:pPr>
            <a:r>
              <a:rPr lang="ru-RU" sz="4400" b="1" i="0" u="none" strike="noStrike" cap="none" spc="0">
                <a:solidFill>
                  <a:srgbClr val="000000"/>
                </a:solidFill>
                <a:latin typeface="Calibri Light"/>
                <a:ea typeface="Calibri Light"/>
                <a:cs typeface="Calibri Light"/>
              </a:rPr>
              <a:t>Пример</a:t>
            </a:r>
            <a:endParaRPr lang="ru-RU" sz="4400" b="0" strike="noStrike" spc="0">
              <a:solidFill>
                <a:srgbClr val="000000"/>
              </a:solidFill>
              <a:latin typeface="Calibri"/>
            </a:endParaRPr>
          </a:p>
        </p:txBody>
      </p:sp>
      <p:sp>
        <p:nvSpPr>
          <p:cNvPr id="1320890332"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defRPr/>
            </a:pPr>
            <a:r>
              <a:rPr lang="ru-RU" sz="2800" b="0" i="0" u="none" strike="noStrike" cap="none" spc="0">
                <a:solidFill>
                  <a:srgbClr val="000000"/>
                </a:solidFill>
                <a:latin typeface="Calibri"/>
                <a:ea typeface="Calibri"/>
                <a:cs typeface="Calibri"/>
              </a:rPr>
              <a:t>Давайте представим, что у вас есть интернет-магазин, на котором пользователи могут искать продукты по разным параметрам, таким как цена, бренд, категория и другие фильтры.</a:t>
            </a:r>
            <a:endParaRPr lang="ru-RU" sz="2800" b="0" i="0" u="none" strike="noStrike" cap="none" spc="0">
              <a:solidFill>
                <a:srgbClr val="000000"/>
              </a:solidFill>
              <a:latin typeface="Calibri"/>
              <a:cs typeface="Calibri"/>
            </a:endParaRPr>
          </a:p>
          <a:p>
            <a:pPr>
              <a:defRPr/>
            </a:pPr>
            <a:r>
              <a:rPr lang="ru-RU" sz="2800" b="0" i="0" u="none" strike="noStrike" cap="none" spc="0">
                <a:solidFill>
                  <a:srgbClr val="000000"/>
                </a:solidFill>
                <a:latin typeface="Calibri"/>
                <a:ea typeface="Calibri"/>
                <a:cs typeface="Calibri"/>
              </a:rPr>
              <a:t>Ваша задача - обеспечить быстрый и удобный поиск для пользователей.</a:t>
            </a:r>
            <a:endParaRPr lang="ru-RU" sz="2800" b="0" i="0" u="none" strike="noStrike" cap="none" spc="0">
              <a:solidFill>
                <a:srgbClr val="000000"/>
              </a:solidFill>
              <a:latin typeface="Calibri"/>
              <a:cs typeface="Calibri"/>
            </a:endParaRPr>
          </a:p>
          <a:p>
            <a:pPr lvl="1" algn="just">
              <a:lnSpc>
                <a:spcPct val="90000"/>
              </a:lnSpc>
              <a:spcBef>
                <a:spcPts val="1000"/>
              </a:spcBef>
              <a:buNone/>
              <a:tabLst>
                <a:tab pos="0" algn="l"/>
              </a:tabLst>
              <a:defRPr/>
            </a:pPr>
            <a:r>
              <a:rPr lang="ru-RU" sz="2800" b="0" i="0" u="none" strike="noStrike" cap="none" spc="0">
                <a:solidFill>
                  <a:srgbClr val="000000"/>
                </a:solidFill>
                <a:latin typeface="Calibri"/>
                <a:ea typeface="Calibri"/>
                <a:cs typeface="Calibri"/>
              </a:rPr>
              <a:t>Если вы не учтете сложность алгоритмов, то при реализации поиска вы можете выбрать неоптимальный алгоритм, который будет медленно обрабатывать запросы пользователей при большом количестве товаров. Например, вы можете реализовать поиск, который каждый раз просматривает все товары и сравнивает их с запросом пользователя.</a:t>
            </a:r>
            <a:endParaRPr lang="ru-RU" sz="2800" b="0" strike="noStrike" spc="0">
              <a:solidFill>
                <a:srgbClr val="000000"/>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86043"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a:lnSpc>
                <a:spcPct val="90000"/>
              </a:lnSpc>
              <a:buNone/>
              <a:defRPr/>
            </a:pPr>
            <a:r>
              <a:rPr lang="ru-RU" sz="4400" b="1" i="0" u="none" strike="noStrike" cap="none" spc="0">
                <a:solidFill>
                  <a:srgbClr val="000000"/>
                </a:solidFill>
                <a:latin typeface="Calibri Light"/>
                <a:ea typeface="Calibri Light"/>
                <a:cs typeface="Calibri Light"/>
              </a:rPr>
              <a:t>Пример</a:t>
            </a:r>
            <a:endParaRPr lang="ru-RU" sz="4400" b="0" strike="noStrike" spc="0">
              <a:solidFill>
                <a:srgbClr val="000000"/>
              </a:solidFill>
              <a:latin typeface="Calibri"/>
            </a:endParaRPr>
          </a:p>
        </p:txBody>
      </p:sp>
      <p:sp>
        <p:nvSpPr>
          <p:cNvPr id="667493963"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lvl="1" algn="just">
              <a:lnSpc>
                <a:spcPct val="90000"/>
              </a:lnSpc>
              <a:spcBef>
                <a:spcPts val="1000"/>
              </a:spcBef>
              <a:buNone/>
              <a:tabLst>
                <a:tab pos="0" algn="l"/>
              </a:tabLst>
              <a:defRPr/>
            </a:pPr>
            <a:r>
              <a:rPr lang="ru-RU" sz="2800" b="0" i="0" u="none" strike="noStrike" cap="none" spc="0">
                <a:solidFill>
                  <a:srgbClr val="000000"/>
                </a:solidFill>
                <a:latin typeface="Calibri"/>
                <a:ea typeface="Calibri"/>
                <a:cs typeface="Calibri"/>
              </a:rPr>
              <a:t>Однако, если вы знаете сложность алгоритмов, то сможете выбрать более эффективный алгоритм для поиска, такой как бинарный поиск или хэш-таблицы. Эти алгоритмы имеют лучшую производительность и работают намного быстрее, даже если у вас есть большой каталог товаров.</a:t>
            </a:r>
            <a:endParaRPr lang="ru-RU" sz="2800" b="0" strike="noStrike" spc="0">
              <a:solidFill>
                <a:srgbClr val="000000"/>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093505"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a:lnSpc>
                <a:spcPct val="90000"/>
              </a:lnSpc>
              <a:buNone/>
              <a:defRPr/>
            </a:pPr>
            <a:r>
              <a:rPr lang="ru-RU" sz="4400" b="1" i="0" u="none" strike="noStrike" cap="none" spc="0">
                <a:solidFill>
                  <a:srgbClr val="000000"/>
                </a:solidFill>
                <a:latin typeface="Calibri Light"/>
                <a:ea typeface="Calibri Light"/>
                <a:cs typeface="Calibri Light"/>
              </a:rPr>
              <a:t>Big O</a:t>
            </a:r>
            <a:endParaRPr lang="ru-RU" sz="4400" b="0" strike="noStrike" spc="0">
              <a:solidFill>
                <a:srgbClr val="000000"/>
              </a:solidFill>
              <a:latin typeface="Calibri"/>
            </a:endParaRPr>
          </a:p>
        </p:txBody>
      </p:sp>
      <p:sp>
        <p:nvSpPr>
          <p:cNvPr id="1769907314"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lvl="1" algn="just">
              <a:lnSpc>
                <a:spcPct val="90000"/>
              </a:lnSpc>
              <a:spcBef>
                <a:spcPts val="1000"/>
              </a:spcBef>
              <a:buNone/>
              <a:tabLst>
                <a:tab pos="0" algn="l"/>
              </a:tabLst>
              <a:defRPr/>
            </a:pPr>
            <a:r>
              <a:rPr lang="ru-RU" sz="2800" b="0" i="0" u="none" strike="noStrike" cap="none" spc="0">
                <a:solidFill>
                  <a:srgbClr val="000000"/>
                </a:solidFill>
                <a:latin typeface="Calibri"/>
                <a:ea typeface="Calibri"/>
                <a:cs typeface="Calibri"/>
              </a:rPr>
              <a:t>Big O - это термин из области анализа сложности алгоритмов и структур данных в информатике. Он используется для оценки верхней границы (наихудшего случая), временной сложности алгоритма.</a:t>
            </a:r>
            <a:endParaRPr lang="ru-RU" sz="2800" b="0" i="0" u="none" strike="noStrike" cap="none" spc="0">
              <a:solidFill>
                <a:srgbClr val="000000"/>
              </a:solidFill>
              <a:latin typeface="Calibri"/>
              <a:ea typeface="Calibri"/>
              <a:cs typeface="Calibri"/>
            </a:endParaRPr>
          </a:p>
          <a:p>
            <a:pPr lvl="1" algn="just">
              <a:lnSpc>
                <a:spcPct val="90000"/>
              </a:lnSpc>
              <a:spcBef>
                <a:spcPts val="1000"/>
              </a:spcBef>
              <a:buNone/>
              <a:tabLst>
                <a:tab pos="0" algn="l"/>
              </a:tabLst>
              <a:defRPr/>
            </a:pPr>
            <a:r>
              <a:rPr lang="ru-RU" sz="2800" b="0" i="0" u="none" strike="noStrike" cap="none" spc="0">
                <a:solidFill>
                  <a:srgbClr val="000000"/>
                </a:solidFill>
                <a:latin typeface="Calibri"/>
                <a:ea typeface="Calibri"/>
                <a:cs typeface="Calibri"/>
              </a:rPr>
              <a:t>Простыми словами Big O показывает как будет меняться производительность алгоритма с зависимости от роста входящих данных.</a:t>
            </a:r>
            <a:endParaRPr lang="ru-RU" sz="2800" b="0" strike="noStrike" spc="0">
              <a:solidFill>
                <a:srgbClr val="000000"/>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3915315"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Константная сложность O(1)</a:t>
            </a:r>
            <a:endParaRPr lang="ru-RU" sz="4400" b="1" i="0" u="none" strike="noStrike" cap="none" spc="0">
              <a:solidFill>
                <a:srgbClr val="000000"/>
              </a:solidFill>
              <a:latin typeface="Calibri Light"/>
              <a:cs typeface="Calibri Light"/>
            </a:endParaRPr>
          </a:p>
        </p:txBody>
      </p:sp>
      <p:sp>
        <p:nvSpPr>
          <p:cNvPr id="1882221276"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lvl="1" algn="just">
              <a:lnSpc>
                <a:spcPct val="90000"/>
              </a:lnSpc>
              <a:spcBef>
                <a:spcPts val="1000"/>
              </a:spcBef>
              <a:buNone/>
              <a:tabLst>
                <a:tab pos="0" algn="l"/>
              </a:tabLst>
              <a:defRPr/>
            </a:pPr>
            <a:r>
              <a:rPr lang="ru-RU" sz="2800" b="0" i="0" u="none" strike="noStrike" cap="none" spc="0">
                <a:solidFill>
                  <a:srgbClr val="000000"/>
                </a:solidFill>
                <a:latin typeface="Calibri"/>
                <a:ea typeface="Calibri"/>
                <a:cs typeface="Calibri"/>
              </a:rPr>
              <a:t>Оценка временной сложности O(1) означает, что алгоритм имеет </a:t>
            </a:r>
            <a:r>
              <a:rPr lang="ru-RU" sz="2800" b="1" i="0" u="none" strike="noStrike" cap="none" spc="0">
                <a:solidFill>
                  <a:srgbClr val="000000"/>
                </a:solidFill>
                <a:latin typeface="Calibri"/>
                <a:ea typeface="Calibri"/>
                <a:cs typeface="Calibri"/>
              </a:rPr>
              <a:t>постоянную сложность</a:t>
            </a:r>
            <a:r>
              <a:rPr lang="ru-RU" sz="2800" b="0" i="0" u="none" strike="noStrike" cap="none" spc="0">
                <a:solidFill>
                  <a:srgbClr val="000000"/>
                </a:solidFill>
                <a:latin typeface="Calibri"/>
                <a:ea typeface="Calibri"/>
                <a:cs typeface="Calibri"/>
              </a:rPr>
              <a:t>.</a:t>
            </a:r>
            <a:endParaRPr lang="ru-RU" sz="2800" b="0" strike="noStrike" spc="0">
              <a:solidFill>
                <a:srgbClr val="000000"/>
              </a:solidFill>
              <a:latin typeface="Calibri"/>
            </a:endParaRPr>
          </a:p>
          <a:p>
            <a:pPr>
              <a:defRPr/>
            </a:pPr>
            <a:r>
              <a:rPr lang="ru-RU" sz="2800" b="0" i="0" u="none" strike="noStrike" cap="none" spc="0">
                <a:solidFill>
                  <a:srgbClr val="000000"/>
                </a:solidFill>
                <a:latin typeface="Calibri"/>
                <a:ea typeface="Calibri"/>
                <a:cs typeface="Calibri"/>
              </a:rPr>
              <a:t>При константной сложности вне зависимости от размера входных данных (n), время выполнения алгоритма остается постоянным и не зависит от объема данных.</a:t>
            </a:r>
            <a:endParaRPr lang="ru-RU" sz="2800" b="0" i="0" u="none" strike="noStrike" cap="none" spc="0">
              <a:solidFill>
                <a:srgbClr val="000000"/>
              </a:solidFill>
              <a:latin typeface="Calibri"/>
              <a:cs typeface="Calibri"/>
            </a:endParaRPr>
          </a:p>
          <a:p>
            <a:pPr lvl="1" algn="just">
              <a:lnSpc>
                <a:spcPct val="90000"/>
              </a:lnSpc>
              <a:spcBef>
                <a:spcPts val="1000"/>
              </a:spcBef>
              <a:buNone/>
              <a:tabLst>
                <a:tab pos="0" algn="l"/>
              </a:tabLst>
              <a:defRPr/>
            </a:pPr>
            <a:r>
              <a:rPr lang="ru-RU" sz="2800" b="0" i="0" u="none" strike="noStrike" cap="none" spc="0">
                <a:solidFill>
                  <a:srgbClr val="000000"/>
                </a:solidFill>
                <a:latin typeface="Calibri"/>
                <a:ea typeface="Calibri"/>
                <a:cs typeface="Calibri"/>
              </a:rPr>
              <a:t>Это самый быстрый и эффективный вид временной сложности.</a:t>
            </a:r>
            <a:endParaRPr lang="ru-RU" sz="2800" b="0" strike="noStrike" spc="0">
              <a:solidFill>
                <a:srgbClr val="000000"/>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0984849"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Константная сложность O(1)</a:t>
            </a:r>
            <a:endParaRPr lang="ru-RU" sz="4400" b="1" i="0" u="none" strike="noStrike" cap="none" spc="0">
              <a:solidFill>
                <a:srgbClr val="000000"/>
              </a:solidFill>
              <a:latin typeface="Calibri Light"/>
              <a:cs typeface="Calibri Light"/>
            </a:endParaRPr>
          </a:p>
        </p:txBody>
      </p:sp>
      <p:sp>
        <p:nvSpPr>
          <p:cNvPr id="782108442"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defRPr/>
            </a:pPr>
            <a:r>
              <a:rPr lang="ru-RU" sz="2800" b="0" i="0" u="none" strike="noStrike" cap="none" spc="0">
                <a:solidFill>
                  <a:srgbClr val="000000"/>
                </a:solidFill>
                <a:latin typeface="Calibri"/>
                <a:ea typeface="Calibri"/>
                <a:cs typeface="Calibri"/>
              </a:rPr>
              <a:t>Примеры алгоритмов с оценкой временной сложности O(1):</a:t>
            </a:r>
            <a:endParaRPr lang="ru-RU" sz="2800" b="0" i="0" u="none" strike="noStrike" cap="none" spc="0">
              <a:solidFill>
                <a:srgbClr val="000000"/>
              </a:solidFill>
              <a:latin typeface="Calibri"/>
              <a:cs typeface="Calibri"/>
            </a:endParaRPr>
          </a:p>
          <a:p>
            <a:pPr marL="394023" indent="-394023">
              <a:buFont typeface="Arial"/>
              <a:buChar char="•"/>
              <a:defRPr/>
            </a:pPr>
            <a:r>
              <a:rPr lang="ru-RU" sz="2800" b="0" i="0" u="none" strike="noStrike" cap="none" spc="0">
                <a:solidFill>
                  <a:srgbClr val="000000"/>
                </a:solidFill>
                <a:latin typeface="Calibri"/>
                <a:ea typeface="Calibri"/>
                <a:cs typeface="Calibri"/>
              </a:rPr>
              <a:t>Доступ к элементу в массиве по индексу. Например, если у вас есть массив с данными, вы можете мгновенно получить доступ к элементу массива, указав его индекс, независимо от размера массива.</a:t>
            </a:r>
            <a:endParaRPr lang="ru-RU" sz="2800" b="0" i="0" u="none" strike="noStrike" cap="none" spc="0">
              <a:solidFill>
                <a:srgbClr val="000000"/>
              </a:solidFill>
              <a:latin typeface="Calibri"/>
              <a:cs typeface="Calibri"/>
            </a:endParaRPr>
          </a:p>
          <a:p>
            <a:pPr marL="394023" lvl="1" indent="-394023" algn="just">
              <a:lnSpc>
                <a:spcPct val="90000"/>
              </a:lnSpc>
              <a:spcBef>
                <a:spcPts val="1000"/>
              </a:spcBef>
              <a:buFont typeface="Arial"/>
              <a:buChar char="•"/>
              <a:tabLst>
                <a:tab pos="0" algn="l"/>
              </a:tabLst>
              <a:defRPr/>
            </a:pPr>
            <a:r>
              <a:rPr lang="ru-RU" sz="2800" b="0" i="0" u="none" strike="noStrike" cap="none" spc="0">
                <a:solidFill>
                  <a:srgbClr val="000000"/>
                </a:solidFill>
                <a:latin typeface="Calibri"/>
                <a:ea typeface="Calibri"/>
                <a:cs typeface="Calibri"/>
              </a:rPr>
              <a:t>Вставка или удаление элемента в конец списка (очереди) фиксированной длины. В этом случае операция выполняется быстро и не зависит от количества элементов в списке.</a:t>
            </a:r>
            <a:endParaRPr lang="ru-RU" sz="2800" b="0" strike="noStrike" spc="0">
              <a:solidFill>
                <a:srgbClr val="000000"/>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6225121"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Константная сложность O(1)</a:t>
            </a:r>
            <a:endParaRPr lang="ru-RU" sz="4400" b="1" i="0" u="none" strike="noStrike" cap="none" spc="0">
              <a:solidFill>
                <a:srgbClr val="000000"/>
              </a:solidFill>
              <a:latin typeface="Calibri Light"/>
              <a:cs typeface="Calibri Light"/>
            </a:endParaRPr>
          </a:p>
        </p:txBody>
      </p:sp>
      <p:sp>
        <p:nvSpPr>
          <p:cNvPr id="1716590337"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defRPr/>
            </a:pPr>
            <a:r>
              <a:rPr lang="ru-RU" sz="2800" b="0" i="0" u="none" strike="noStrike" cap="none" spc="0">
                <a:solidFill>
                  <a:srgbClr val="000000"/>
                </a:solidFill>
                <a:latin typeface="Calibri"/>
                <a:ea typeface="Calibri"/>
                <a:cs typeface="Calibri"/>
              </a:rPr>
              <a:t>Примеры алгоритмов с оценкой временной сложности O(1):</a:t>
            </a:r>
            <a:endParaRPr lang="ru-RU" sz="2800" b="0" i="0" u="none" strike="noStrike" cap="none" spc="0">
              <a:solidFill>
                <a:srgbClr val="000000"/>
              </a:solidFill>
              <a:latin typeface="Calibri"/>
              <a:cs typeface="Calibri"/>
            </a:endParaRPr>
          </a:p>
          <a:p>
            <a:pPr marL="394023" indent="-394023">
              <a:buFont typeface="Arial"/>
              <a:buChar char="•"/>
              <a:defRPr/>
            </a:pPr>
            <a:r>
              <a:rPr lang="ru-RU" sz="2800" b="0" i="0" u="none" strike="noStrike" cap="none" spc="0">
                <a:solidFill>
                  <a:srgbClr val="000000"/>
                </a:solidFill>
                <a:latin typeface="Calibri"/>
                <a:ea typeface="Calibri"/>
                <a:cs typeface="Calibri"/>
              </a:rPr>
              <a:t>Доступ к элементу в массиве по индексу. Например, если у вас есть массив с данными, вы можете мгновенно получить доступ к элементу массива, указав его индекс, независимо от размера массива.</a:t>
            </a:r>
            <a:endParaRPr lang="ru-RU" sz="2800" b="0" i="0" u="none" strike="noStrike" cap="none" spc="0">
              <a:solidFill>
                <a:srgbClr val="000000"/>
              </a:solidFill>
              <a:latin typeface="Calibri"/>
              <a:cs typeface="Calibri"/>
            </a:endParaRPr>
          </a:p>
          <a:p>
            <a:pPr marL="394023" lvl="1" indent="-394023" algn="just">
              <a:lnSpc>
                <a:spcPct val="90000"/>
              </a:lnSpc>
              <a:spcBef>
                <a:spcPts val="1000"/>
              </a:spcBef>
              <a:buFont typeface="Arial"/>
              <a:buChar char="•"/>
              <a:tabLst>
                <a:tab pos="0" algn="l"/>
              </a:tabLst>
              <a:defRPr/>
            </a:pPr>
            <a:r>
              <a:rPr lang="ru-RU" sz="2800" b="0" i="0" u="none" strike="noStrike" cap="none" spc="0">
                <a:solidFill>
                  <a:srgbClr val="000000"/>
                </a:solidFill>
                <a:latin typeface="Calibri"/>
                <a:ea typeface="Calibri"/>
                <a:cs typeface="Calibri"/>
              </a:rPr>
              <a:t>Вставка или удаление элемента в конец списка (очереди) фиксированной длины. В этом случае операция выполняется быстро и не зависит от количества элементов в списке.</a:t>
            </a:r>
            <a:endParaRPr lang="ru-RU" sz="2800" b="0" strike="noStrike" spc="0">
              <a:solidFill>
                <a:srgbClr val="000000"/>
              </a:solidFill>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4000945"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Линейная сложность O(n)</a:t>
            </a:r>
            <a:endParaRPr lang="ru-RU" sz="4400" b="1" i="0" u="none" strike="noStrike" cap="none" spc="0">
              <a:solidFill>
                <a:srgbClr val="000000"/>
              </a:solidFill>
              <a:latin typeface="Calibri Light"/>
              <a:cs typeface="Calibri Light"/>
            </a:endParaRPr>
          </a:p>
        </p:txBody>
      </p:sp>
      <p:sp>
        <p:nvSpPr>
          <p:cNvPr id="365749108"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defRPr/>
            </a:pPr>
            <a:r>
              <a:rPr lang="ru-RU" sz="2800" b="1" i="0" u="none" strike="noStrike" cap="none" spc="0">
                <a:solidFill>
                  <a:srgbClr val="000000"/>
                </a:solidFill>
                <a:latin typeface="Calibri"/>
                <a:ea typeface="Calibri"/>
                <a:cs typeface="Calibri"/>
              </a:rPr>
              <a:t>Линейный рост</a:t>
            </a:r>
            <a:r>
              <a:rPr lang="ru-RU" sz="2800" b="0" i="0" u="none" strike="noStrike" cap="none" spc="0">
                <a:solidFill>
                  <a:srgbClr val="000000"/>
                </a:solidFill>
                <a:latin typeface="Calibri"/>
                <a:ea typeface="Calibri"/>
                <a:cs typeface="Calibri"/>
              </a:rPr>
              <a:t> - это понятие, которое описывает зависимость между двумя величинами, при которой одна величина увеличивается пропорционально увеличению другой.</a:t>
            </a:r>
            <a:endParaRPr lang="ru-RU" sz="2800" b="0" i="0" u="none" strike="noStrike" cap="none" spc="0">
              <a:solidFill>
                <a:srgbClr val="000000"/>
              </a:solidFill>
              <a:latin typeface="Calibri"/>
              <a:cs typeface="Calibri"/>
            </a:endParaRPr>
          </a:p>
          <a:p>
            <a:pPr>
              <a:defRPr/>
            </a:pPr>
            <a:r>
              <a:rPr lang="ru-RU" sz="2800" b="0" i="0" u="none" strike="noStrike" cap="none" spc="0">
                <a:solidFill>
                  <a:srgbClr val="000000"/>
                </a:solidFill>
                <a:latin typeface="Calibri"/>
                <a:ea typeface="Calibri"/>
                <a:cs typeface="Calibri"/>
              </a:rPr>
              <a:t>Оценка временной сложности O(n) означает, что время выполнения алгоритма растет линейно с увеличением размера входных данных.</a:t>
            </a:r>
            <a:endParaRPr lang="ru-RU" sz="2800" b="0" i="0" u="none" strike="noStrike" cap="none" spc="0">
              <a:solidFill>
                <a:srgbClr val="000000"/>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8293672"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Линейная сложность O(n)</a:t>
            </a:r>
            <a:endParaRPr lang="ru-RU" sz="4400" b="1" i="0" u="none" strike="noStrike" cap="none" spc="0">
              <a:solidFill>
                <a:srgbClr val="000000"/>
              </a:solidFill>
              <a:latin typeface="Calibri Light"/>
              <a:cs typeface="Calibri Light"/>
            </a:endParaRPr>
          </a:p>
        </p:txBody>
      </p:sp>
      <p:sp>
        <p:nvSpPr>
          <p:cNvPr id="1666602820"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defRPr/>
            </a:pPr>
            <a:r>
              <a:rPr lang="ru-RU" sz="2800" b="0" i="0" u="none" strike="noStrike" cap="none" spc="0">
                <a:solidFill>
                  <a:srgbClr val="000000"/>
                </a:solidFill>
                <a:latin typeface="Calibri"/>
                <a:ea typeface="Calibri"/>
                <a:cs typeface="Calibri"/>
              </a:rPr>
              <a:t>Алгоритм начинает с предположения, что первый элемент массива (arr[0]) является максимальным, а затем линейно (то есть по одному элементу) перебирает остальные элементы, сравнивая каждый с текущим максимальным. </a:t>
            </a:r>
            <a:endParaRPr lang="ru-RU" sz="2800" b="0" i="0" u="none" strike="noStrike" cap="none" spc="0">
              <a:solidFill>
                <a:srgbClr val="000000"/>
              </a:solidFill>
              <a:latin typeface="Calibri"/>
              <a:cs typeface="Calibri"/>
            </a:endParaRPr>
          </a:p>
        </p:txBody>
      </p:sp>
      <p:pic>
        <p:nvPicPr>
          <p:cNvPr id="2043909322" name=""/>
          <p:cNvPicPr>
            <a:picLocks noChangeAspect="1"/>
          </p:cNvPicPr>
          <p:nvPr/>
        </p:nvPicPr>
        <p:blipFill>
          <a:blip r:embed="rId3"/>
          <a:stretch/>
        </p:blipFill>
        <p:spPr bwMode="auto">
          <a:xfrm flipH="0" flipV="0">
            <a:off x="6695722" y="3554236"/>
            <a:ext cx="4373617" cy="28688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0429124"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Логарифмическая сложность O(log n)</a:t>
            </a:r>
            <a:endParaRPr lang="ru-RU" sz="4400" b="1" i="0" u="none" strike="noStrike" cap="none" spc="0">
              <a:solidFill>
                <a:srgbClr val="000000"/>
              </a:solidFill>
              <a:latin typeface="Calibri Light"/>
              <a:cs typeface="Calibri Light"/>
            </a:endParaRPr>
          </a:p>
        </p:txBody>
      </p:sp>
      <p:sp>
        <p:nvSpPr>
          <p:cNvPr id="398543759"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defRPr/>
            </a:pPr>
            <a:r>
              <a:rPr lang="ru-RU" sz="2800" b="0" i="0" u="none" strike="noStrike" cap="none" spc="0">
                <a:solidFill>
                  <a:srgbClr val="000000"/>
                </a:solidFill>
                <a:latin typeface="Calibri"/>
                <a:ea typeface="Calibri"/>
                <a:cs typeface="Calibri"/>
              </a:rPr>
              <a:t>Оценка временной сложности O(log n) означает, что время выполнения алгоритма увеличивается логарифмически с увеличением размера входных данных (n). Другими словами, алгоритм становится медленнее, но не линейно, а медленнее в соответствии с логарифмической функцией.</a:t>
            </a:r>
            <a:endParaRPr lang="ru-RU" sz="2800" b="0" i="0" u="none" strike="noStrike" cap="none" spc="0">
              <a:solidFill>
                <a:srgbClr val="000000"/>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9249045"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Логарифмическая сложность O(log n)</a:t>
            </a:r>
            <a:endParaRPr lang="ru-RU" sz="4400" b="1" i="0" u="none" strike="noStrike" cap="none" spc="0">
              <a:solidFill>
                <a:srgbClr val="000000"/>
              </a:solidFill>
              <a:latin typeface="Calibri Light"/>
              <a:cs typeface="Calibri Light"/>
            </a:endParaRPr>
          </a:p>
        </p:txBody>
      </p:sp>
      <p:sp>
        <p:nvSpPr>
          <p:cNvPr id="470623799"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defRPr/>
            </a:pPr>
            <a:r>
              <a:rPr lang="ru-RU" sz="2800" b="0" i="0" u="none" strike="noStrike" cap="none" spc="0">
                <a:solidFill>
                  <a:srgbClr val="000000"/>
                </a:solidFill>
                <a:latin typeface="Calibri"/>
                <a:ea typeface="Calibri"/>
                <a:cs typeface="Calibri"/>
              </a:rPr>
              <a:t>Пример алгоритма с оценкой временной сложности </a:t>
            </a:r>
            <a:r>
              <a:rPr lang="ru-RU" sz="2800" b="1" i="0" u="none" strike="noStrike" cap="none" spc="0">
                <a:solidFill>
                  <a:srgbClr val="000000"/>
                </a:solidFill>
                <a:latin typeface="Calibri"/>
                <a:ea typeface="Calibri"/>
                <a:cs typeface="Calibri"/>
              </a:rPr>
              <a:t>O(log n)</a:t>
            </a:r>
            <a:r>
              <a:rPr lang="ru-RU" sz="2800" b="0" i="0" u="none" strike="noStrike" cap="none" spc="0">
                <a:solidFill>
                  <a:srgbClr val="000000"/>
                </a:solidFill>
                <a:latin typeface="Calibri"/>
                <a:ea typeface="Calibri"/>
                <a:cs typeface="Calibri"/>
              </a:rPr>
              <a:t> - бинарный поиск. В этом алгоритме на каждом шаге половина данных отсекается, и поиск продолжается в оставшейся половине. Это означает, что при увеличении размера входных данных вдвое, бинарный поиск требует всего одного дополнительного шага.</a:t>
            </a:r>
            <a:endParaRPr lang="ru-RU" sz="2800" b="0" i="0" u="none" strike="noStrike" cap="none" spc="0">
              <a:solidFill>
                <a:srgbClr val="000000"/>
              </a:solidFill>
              <a:latin typeface="Calibri"/>
              <a:ea typeface="Calibri"/>
              <a:cs typeface="Calibri"/>
            </a:endParaRPr>
          </a:p>
          <a:p>
            <a:pPr>
              <a:defRPr/>
            </a:pPr>
            <a:r>
              <a:rPr lang="ru-RU" sz="2800" b="0" i="0" u="none" strike="noStrike" cap="none" spc="0">
                <a:solidFill>
                  <a:srgbClr val="000000"/>
                </a:solidFill>
                <a:latin typeface="Calibri"/>
                <a:ea typeface="Calibri"/>
                <a:cs typeface="Calibri"/>
              </a:rPr>
              <a:t>Таким образом, алгоритмы с оценкой временной сложности </a:t>
            </a:r>
            <a:r>
              <a:rPr lang="ru-RU" sz="2800" b="1" i="0" u="none" strike="noStrike" cap="none" spc="0">
                <a:solidFill>
                  <a:srgbClr val="000000"/>
                </a:solidFill>
                <a:latin typeface="Calibri"/>
                <a:ea typeface="Calibri"/>
                <a:cs typeface="Calibri"/>
              </a:rPr>
              <a:t>O(log n)</a:t>
            </a:r>
            <a:r>
              <a:rPr lang="ru-RU" sz="2800" b="0" i="0" u="none" strike="noStrike" cap="none" spc="0">
                <a:solidFill>
                  <a:srgbClr val="000000"/>
                </a:solidFill>
                <a:latin typeface="Calibri"/>
                <a:ea typeface="Calibri"/>
                <a:cs typeface="Calibri"/>
              </a:rPr>
              <a:t> эффективны и быстры при работе с большими объемами данных, так как их производительность ухудшается медленно с увеличением размера данных.</a:t>
            </a:r>
            <a:endParaRPr lang="ru-RU" sz="2800" b="0" i="0" u="none" strike="noStrike" cap="none" spc="0">
              <a:solidFill>
                <a:srgbClr val="000000"/>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872525"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Логарифмическая сложность O(log n)</a:t>
            </a:r>
            <a:endParaRPr lang="ru-RU" sz="4400" b="1" i="0" u="none" strike="noStrike" cap="none" spc="0">
              <a:solidFill>
                <a:srgbClr val="000000"/>
              </a:solidFill>
              <a:latin typeface="Calibri Light"/>
              <a:cs typeface="Calibri Light"/>
            </a:endParaRPr>
          </a:p>
        </p:txBody>
      </p:sp>
      <p:pic>
        <p:nvPicPr>
          <p:cNvPr id="2107434578" name=""/>
          <p:cNvPicPr>
            <a:picLocks noChangeAspect="1"/>
          </p:cNvPicPr>
          <p:nvPr/>
        </p:nvPicPr>
        <p:blipFill>
          <a:blip r:embed="rId3"/>
          <a:stretch/>
        </p:blipFill>
        <p:spPr bwMode="auto">
          <a:xfrm flipH="0" flipV="0">
            <a:off x="3246458" y="1610464"/>
            <a:ext cx="4829330" cy="492689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0149996"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Квадратичная сложностьO(n^2)</a:t>
            </a:r>
            <a:endParaRPr lang="ru-RU" sz="4400" b="1" i="0" u="none" strike="noStrike" cap="none" spc="0">
              <a:solidFill>
                <a:srgbClr val="000000"/>
              </a:solidFill>
              <a:latin typeface="Calibri Light"/>
              <a:cs typeface="Calibri Light"/>
            </a:endParaRPr>
          </a:p>
        </p:txBody>
      </p:sp>
      <p:sp>
        <p:nvSpPr>
          <p:cNvPr id="902397206"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defRPr/>
            </a:pPr>
            <a:r>
              <a:rPr lang="ru-RU" sz="2800" b="1" i="0" u="none" strike="noStrike" cap="none" spc="0">
                <a:solidFill>
                  <a:srgbClr val="000000"/>
                </a:solidFill>
                <a:latin typeface="Calibri"/>
                <a:ea typeface="Calibri"/>
                <a:cs typeface="Calibri"/>
              </a:rPr>
              <a:t>O(n^2) </a:t>
            </a:r>
            <a:r>
              <a:rPr lang="ru-RU" sz="2800" b="0" i="0" u="none" strike="noStrike" cap="none" spc="0">
                <a:solidFill>
                  <a:srgbClr val="000000"/>
                </a:solidFill>
                <a:latin typeface="Calibri"/>
                <a:ea typeface="Calibri"/>
                <a:cs typeface="Calibri"/>
              </a:rPr>
              <a:t>означает квадратичную сложность алгоритма, где время выполнения растет пропорционально квадрату размера входных данных. Это часто возникает в алгоритмах с вложенными циклами, когда каждый элемент первого списка обрабатывается с каждым элементом второго списка.</a:t>
            </a:r>
            <a:endParaRPr lang="ru-RU" sz="2800" b="0" i="0" u="none" strike="noStrike" cap="none" spc="0">
              <a:solidFill>
                <a:srgbClr val="000000"/>
              </a:solidFill>
              <a:latin typeface="Calibri"/>
              <a:cs typeface="Calibri"/>
            </a:endParaRPr>
          </a:p>
        </p:txBody>
      </p:sp>
      <p:pic>
        <p:nvPicPr>
          <p:cNvPr id="137051860" name=""/>
          <p:cNvPicPr>
            <a:picLocks noChangeAspect="1"/>
          </p:cNvPicPr>
          <p:nvPr/>
        </p:nvPicPr>
        <p:blipFill>
          <a:blip r:embed="rId3"/>
          <a:stretch/>
        </p:blipFill>
        <p:spPr bwMode="auto">
          <a:xfrm flipH="0" flipV="0">
            <a:off x="6571388" y="3733076"/>
            <a:ext cx="4524374" cy="266990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4898959"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Квадратичная сложностьO(n^2)</a:t>
            </a:r>
            <a:endParaRPr lang="ru-RU" sz="4400" b="1" i="0" u="none" strike="noStrike" cap="none" spc="0">
              <a:solidFill>
                <a:srgbClr val="000000"/>
              </a:solidFill>
              <a:latin typeface="Calibri Light"/>
              <a:cs typeface="Calibri Light"/>
            </a:endParaRPr>
          </a:p>
        </p:txBody>
      </p:sp>
      <p:sp>
        <p:nvSpPr>
          <p:cNvPr id="1386923903"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lgn="just">
              <a:defRPr/>
            </a:pPr>
            <a:r>
              <a:rPr lang="ru-RU" sz="2800" b="0" i="0" u="none" strike="noStrike" cap="none" spc="0">
                <a:solidFill>
                  <a:srgbClr val="000000"/>
                </a:solidFill>
                <a:latin typeface="Calibri"/>
                <a:ea typeface="Calibri"/>
                <a:cs typeface="Calibri"/>
              </a:rPr>
              <a:t>Этот код имеет два вложенных цикла, каждый из которых проходится по всему массиву. Количество операций в циклах равно </a:t>
            </a:r>
            <a:r>
              <a:rPr lang="ru-RU" sz="2800" b="1" i="0" u="none" strike="noStrike" cap="none" spc="0">
                <a:solidFill>
                  <a:srgbClr val="000000"/>
                </a:solidFill>
                <a:latin typeface="Calibri"/>
                <a:ea typeface="Calibri"/>
                <a:cs typeface="Calibri"/>
              </a:rPr>
              <a:t>n * n</a:t>
            </a:r>
            <a:r>
              <a:rPr lang="ru-RU" sz="2800" b="0" i="0" u="none" strike="noStrike" cap="none" spc="0">
                <a:solidFill>
                  <a:srgbClr val="000000"/>
                </a:solidFill>
                <a:latin typeface="Calibri"/>
                <a:ea typeface="Calibri"/>
                <a:cs typeface="Calibri"/>
              </a:rPr>
              <a:t>, где </a:t>
            </a:r>
            <a:r>
              <a:rPr lang="ru-RU" sz="2800" b="1" i="0" u="none" strike="noStrike" cap="none" spc="0">
                <a:solidFill>
                  <a:srgbClr val="000000"/>
                </a:solidFill>
                <a:latin typeface="Calibri"/>
                <a:ea typeface="Calibri"/>
                <a:cs typeface="Calibri"/>
              </a:rPr>
              <a:t>n</a:t>
            </a:r>
            <a:r>
              <a:rPr lang="ru-RU" sz="2800" b="0" i="0" u="none" strike="noStrike" cap="none" spc="0">
                <a:solidFill>
                  <a:srgbClr val="000000"/>
                </a:solidFill>
                <a:latin typeface="Calibri"/>
                <a:ea typeface="Calibri"/>
                <a:cs typeface="Calibri"/>
              </a:rPr>
              <a:t> - это длина массива. Это приводит к квадратичной сложности </a:t>
            </a:r>
            <a:r>
              <a:rPr lang="ru-RU" sz="2800" b="1" i="0" u="none" strike="noStrike" cap="none" spc="0">
                <a:solidFill>
                  <a:srgbClr val="000000"/>
                </a:solidFill>
                <a:latin typeface="Calibri"/>
                <a:ea typeface="Calibri"/>
                <a:cs typeface="Calibri"/>
              </a:rPr>
              <a:t>O(n^2)</a:t>
            </a:r>
            <a:r>
              <a:rPr lang="ru-RU" sz="2800" b="0" i="0" u="none" strike="noStrike" cap="none" spc="0">
                <a:solidFill>
                  <a:srgbClr val="000000"/>
                </a:solidFill>
                <a:latin typeface="Calibri"/>
                <a:ea typeface="Calibri"/>
                <a:cs typeface="Calibri"/>
              </a:rPr>
              <a:t>, что может сделать его неэффективным для больших массивов из-за большого количества операций, выполняемых на каждый элемент.</a:t>
            </a:r>
            <a:endParaRPr lang="ru-RU" sz="2800" b="0" i="0" u="none" strike="noStrike" cap="none" spc="0">
              <a:solidFill>
                <a:srgbClr val="000000"/>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1256558"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Кубическая сложность O(n^3)</a:t>
            </a:r>
            <a:endParaRPr lang="ru-RU" sz="4400" b="1" i="0" u="none" strike="noStrike" cap="none" spc="0">
              <a:solidFill>
                <a:srgbClr val="000000"/>
              </a:solidFill>
              <a:latin typeface="Calibri Light"/>
              <a:cs typeface="Calibri Light"/>
            </a:endParaRPr>
          </a:p>
        </p:txBody>
      </p:sp>
      <p:sp>
        <p:nvSpPr>
          <p:cNvPr id="83245729"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lgn="just">
              <a:defRPr/>
            </a:pPr>
            <a:r>
              <a:rPr lang="ru-RU" sz="2800" b="0" i="0" u="none" strike="noStrike" cap="none" spc="0">
                <a:solidFill>
                  <a:srgbClr val="000000"/>
                </a:solidFill>
                <a:latin typeface="Calibri"/>
                <a:ea typeface="Calibri"/>
                <a:cs typeface="Calibri"/>
              </a:rPr>
              <a:t>Cложность </a:t>
            </a:r>
            <a:r>
              <a:rPr lang="ru-RU" sz="2800" b="1" i="0" u="none" strike="noStrike" cap="none" spc="0">
                <a:solidFill>
                  <a:srgbClr val="000000"/>
                </a:solidFill>
                <a:latin typeface="Calibri"/>
                <a:ea typeface="Calibri"/>
                <a:cs typeface="Calibri"/>
              </a:rPr>
              <a:t>O(n^3)</a:t>
            </a:r>
            <a:r>
              <a:rPr lang="ru-RU" sz="2800" b="0" i="0" u="none" strike="noStrike" cap="none" spc="0">
                <a:solidFill>
                  <a:srgbClr val="000000"/>
                </a:solidFill>
                <a:latin typeface="Calibri"/>
                <a:ea typeface="Calibri"/>
                <a:cs typeface="Calibri"/>
              </a:rPr>
              <a:t> означает, что время выполнения алгоритма увеличивается кубически по размеру входных данных. Это часто встречается в алгоритмах, где есть три вложенных цикла или операции, каждая из которых выполняется пропорционально кубу размера входных данных</a:t>
            </a:r>
            <a:endParaRPr lang="ru-RU" sz="2800" b="0" i="0" u="none" strike="noStrike" cap="none" spc="0">
              <a:solidFill>
                <a:srgbClr val="000000"/>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709867"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Экспоненциальная сложность O(2^n)</a:t>
            </a:r>
            <a:endParaRPr lang="ru-RU" sz="4400" b="1" i="0" u="none" strike="noStrike" cap="none" spc="0">
              <a:solidFill>
                <a:srgbClr val="000000"/>
              </a:solidFill>
              <a:latin typeface="Calibri Light"/>
              <a:cs typeface="Calibri Light"/>
            </a:endParaRPr>
          </a:p>
        </p:txBody>
      </p:sp>
      <p:sp>
        <p:nvSpPr>
          <p:cNvPr id="870967608"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lgn="just">
              <a:defRPr/>
            </a:pPr>
            <a:r>
              <a:rPr lang="ru-RU" sz="2800" b="0" i="0" u="none" strike="noStrike" cap="none" spc="0">
                <a:solidFill>
                  <a:srgbClr val="000000"/>
                </a:solidFill>
                <a:latin typeface="Calibri"/>
                <a:ea typeface="Calibri"/>
                <a:cs typeface="Calibri"/>
              </a:rPr>
              <a:t>Сложность </a:t>
            </a:r>
            <a:r>
              <a:rPr lang="ru-RU" sz="2800" b="1" i="0" u="none" strike="noStrike" cap="none" spc="0">
                <a:solidFill>
                  <a:srgbClr val="000000"/>
                </a:solidFill>
                <a:latin typeface="Calibri"/>
                <a:ea typeface="Calibri"/>
                <a:cs typeface="Calibri"/>
              </a:rPr>
              <a:t>O(2^n)</a:t>
            </a:r>
            <a:r>
              <a:rPr lang="ru-RU" sz="2800" b="0" i="0" u="none" strike="noStrike" cap="none" spc="0">
                <a:solidFill>
                  <a:srgbClr val="000000"/>
                </a:solidFill>
                <a:latin typeface="Calibri"/>
                <a:ea typeface="Calibri"/>
                <a:cs typeface="Calibri"/>
              </a:rPr>
              <a:t> относится к экспоненциальной сложности, где время выполнения алгоритма увеличивается экспоненциально по мере увеличения размера входных данных. Это часто встречается в алгоритмах, которые решают проблемы методом "разделяй и властвуй" или используют рекурсию без оптимизации.</a:t>
            </a:r>
            <a:endParaRPr lang="ru-RU" sz="2800" b="0" i="0" u="none" strike="noStrike" cap="none" spc="0">
              <a:solidFill>
                <a:srgbClr val="000000"/>
              </a:solidFill>
              <a:latin typeface="Calibri"/>
              <a:cs typeface="Calibri"/>
            </a:endParaRPr>
          </a:p>
        </p:txBody>
      </p:sp>
      <p:pic>
        <p:nvPicPr>
          <p:cNvPr id="2097156706" name=""/>
          <p:cNvPicPr>
            <a:picLocks noChangeAspect="1"/>
          </p:cNvPicPr>
          <p:nvPr/>
        </p:nvPicPr>
        <p:blipFill>
          <a:blip r:embed="rId3"/>
          <a:stretch/>
        </p:blipFill>
        <p:spPr bwMode="auto">
          <a:xfrm flipH="0" flipV="0">
            <a:off x="6095999" y="4145138"/>
            <a:ext cx="5334061" cy="2369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4496858" name="PlaceHolder 1"/>
          <p:cNvSpPr>
            <a:spLocks noGrp="1"/>
          </p:cNvSpPr>
          <p:nvPr>
            <p:ph type="title"/>
          </p:nvPr>
        </p:nvSpPr>
        <p:spPr bwMode="auto">
          <a:xfrm>
            <a:off x="837720" y="364680"/>
            <a:ext cx="10514880" cy="1325160"/>
          </a:xfrm>
          <a:prstGeom prst="rect">
            <a:avLst/>
          </a:prstGeom>
          <a:noFill/>
          <a:ln w="0">
            <a:noFill/>
          </a:ln>
        </p:spPr>
        <p:txBody>
          <a:bodyPr anchor="ctr">
            <a:noAutofit/>
          </a:bodyPr>
          <a:lstStyle/>
          <a:p>
            <a:pPr marL="0" marR="0" indent="0" algn="l">
              <a:lnSpc>
                <a:spcPct val="90000"/>
              </a:lnSpc>
              <a:spcBef>
                <a:spcPts val="0"/>
              </a:spcBef>
              <a:spcAft>
                <a:spcPts val="0"/>
              </a:spcAft>
              <a:buNone/>
              <a:defRPr/>
            </a:pPr>
            <a:r>
              <a:rPr lang="ru-RU" sz="4400" b="1" i="0" u="none" strike="noStrike" cap="none" spc="0">
                <a:solidFill>
                  <a:srgbClr val="000000"/>
                </a:solidFill>
                <a:latin typeface="Calibri Light"/>
                <a:ea typeface="Calibri Light"/>
                <a:cs typeface="Calibri Light"/>
              </a:rPr>
              <a:t>Экспоненциальная сложность O(2^n)</a:t>
            </a:r>
            <a:endParaRPr lang="ru-RU" sz="4400" b="1" i="0" u="none" strike="noStrike" cap="none" spc="0">
              <a:solidFill>
                <a:srgbClr val="000000"/>
              </a:solidFill>
              <a:latin typeface="Calibri Light"/>
              <a:cs typeface="Calibri Light"/>
            </a:endParaRPr>
          </a:p>
        </p:txBody>
      </p:sp>
      <p:sp>
        <p:nvSpPr>
          <p:cNvPr id="794003531" name="PlaceHolder 2"/>
          <p:cNvSpPr>
            <a:spLocks noGrp="1"/>
          </p:cNvSpPr>
          <p:nvPr>
            <p:ph/>
          </p:nvPr>
        </p:nvSpPr>
        <p:spPr bwMode="auto">
          <a:xfrm>
            <a:off x="837720" y="1825200"/>
            <a:ext cx="10514880" cy="4350960"/>
          </a:xfrm>
          <a:prstGeom prst="rect">
            <a:avLst/>
          </a:prstGeom>
          <a:noFill/>
          <a:ln w="0">
            <a:noFill/>
          </a:ln>
        </p:spPr>
        <p:txBody>
          <a:bodyPr anchor="t">
            <a:noAutofit/>
          </a:bodyPr>
          <a:lstStyle/>
          <a:p>
            <a:pPr algn="just">
              <a:defRPr/>
            </a:pPr>
            <a:r>
              <a:rPr lang="ru-RU" sz="2800" b="0" i="0" u="none" strike="noStrike" cap="none" spc="0">
                <a:solidFill>
                  <a:srgbClr val="000000"/>
                </a:solidFill>
                <a:latin typeface="Calibri"/>
                <a:ea typeface="Calibri"/>
                <a:cs typeface="Calibri"/>
              </a:rPr>
              <a:t>Этот код использует рекурсию для вычисления чисел Фибоначчи. Однако каждый раз, когда вызывается функция fibonacci, она порождает два дополнительных вызова, что приводит к экспоненциальному увеличению количества вызовов функций с увеличением </a:t>
            </a:r>
            <a:r>
              <a:rPr lang="ru-RU" sz="2800" b="1" i="0" u="none" strike="noStrike" cap="none" spc="0">
                <a:solidFill>
                  <a:srgbClr val="000000"/>
                </a:solidFill>
                <a:latin typeface="Calibri"/>
                <a:ea typeface="Calibri"/>
                <a:cs typeface="Calibri"/>
              </a:rPr>
              <a:t>n.</a:t>
            </a:r>
            <a:endParaRPr lang="ru-RU" sz="2800" b="0" i="0" u="none" strike="noStrike" cap="none" spc="0">
              <a:solidFill>
                <a:srgbClr val="000000"/>
              </a:solidFill>
              <a:latin typeface="Calibri"/>
              <a:cs typeface="Calibri"/>
            </a:endParaRPr>
          </a:p>
          <a:p>
            <a:pPr algn="just">
              <a:defRPr/>
            </a:pPr>
            <a:r>
              <a:rPr lang="ru-RU" sz="2800" b="0" i="0" u="none" strike="noStrike" cap="none" spc="0">
                <a:solidFill>
                  <a:srgbClr val="000000"/>
                </a:solidFill>
                <a:latin typeface="Calibri"/>
                <a:ea typeface="Calibri"/>
                <a:cs typeface="Calibri"/>
              </a:rPr>
              <a:t>Для больших значений </a:t>
            </a:r>
            <a:r>
              <a:rPr lang="ru-RU" sz="2800" b="1" i="0" u="none" strike="noStrike" cap="none" spc="0">
                <a:solidFill>
                  <a:srgbClr val="000000"/>
                </a:solidFill>
                <a:latin typeface="Calibri"/>
                <a:ea typeface="Calibri"/>
                <a:cs typeface="Calibri"/>
              </a:rPr>
              <a:t>n</a:t>
            </a:r>
            <a:r>
              <a:rPr lang="ru-RU" sz="2800" b="0" i="0" u="none" strike="noStrike" cap="none" spc="0">
                <a:solidFill>
                  <a:srgbClr val="000000"/>
                </a:solidFill>
                <a:latin typeface="Calibri"/>
                <a:ea typeface="Calibri"/>
                <a:cs typeface="Calibri"/>
              </a:rPr>
              <a:t> такой подход становится очень неэффективным из-за огромного числа повторных вычислений. Экспоненциальная сложность обычно не является оптимальным решением из-за своей высокой вычислительной нагрузки при увеличении размера входных данных.</a:t>
            </a:r>
            <a:endParaRPr lang="ru-RU" sz="2800" b="0" i="0" u="none" strike="noStrike" cap="none" spc="0">
              <a:solidFill>
                <a:srgbClr val="000000"/>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46463856" name=""/>
          <p:cNvPicPr>
            <a:picLocks noChangeAspect="1"/>
          </p:cNvPicPr>
          <p:nvPr/>
        </p:nvPicPr>
        <p:blipFill>
          <a:blip r:embed="rId3"/>
          <a:stretch/>
        </p:blipFill>
        <p:spPr bwMode="auto">
          <a:xfrm flipH="0" flipV="0">
            <a:off x="120395" y="68692"/>
            <a:ext cx="11951208" cy="672061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ONLYOFFICE/8.2.2.22</Application>
  <PresentationFormat>On-screen Show (4:3)</PresentationFormat>
  <Paragraphs>0</Paragraphs>
  <Slides>19</Slides>
  <Notes>19</Notes>
  <HiddenSlides>0</HiddenSlides>
  <MMClips>2</MMClips>
  <ScaleCrop>0</ScaleCrop>
  <HeadingPairs>
    <vt:vector size="4" baseType="variant">
      <vt:variant>
        <vt:lpstr>Theme</vt:lpstr>
      </vt:variant>
      <vt:variant>
        <vt:i4>2</vt:i4>
      </vt:variant>
      <vt:variant>
        <vt:lpstr>Slide Titles</vt:lpstr>
      </vt:variant>
      <vt:variant>
        <vt:i4>19</vt:i4>
      </vt:variant>
    </vt:vector>
  </HeadingPairs>
  <TitlesOfParts>
    <vt:vector size="21" baseType="lpstr">
      <vt:lpstr>Theme 1</vt:lpstr>
      <vt:lpstr>Theme 2</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Элементы управления Win Forms</dc:title>
  <dc:subject/>
  <dc:creator>221</dc:creator>
  <dc:description/>
  <dc:language>ru-RU</dc:language>
  <cp:lastModifiedBy/>
  <cp:revision>33</cp:revision>
  <dcterms:created xsi:type="dcterms:W3CDTF">2025-11-07T06:03:59Z</dcterms:created>
  <dcterms:modified xsi:type="dcterms:W3CDTF">2025-12-02T09:19:32Z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PresentationFormat">
    <vt:lpwstr>Широкоэкранный</vt:lpwstr>
  </property>
  <property fmtid="{D5CDD505-2E9C-101B-9397-08002B2CF9AE}" pid="4" name="Slides">
    <vt:i4>28</vt:i4>
  </property>
</Properties>
</file>