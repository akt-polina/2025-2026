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61" r:id="rId2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2192000" cy="6858000"/>
  <p:notesSz cx="7559675" cy="10691813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80" d="100"/>
          <a:sy n="80" d="100"/>
        </p:scale>
        <p:origin x="-96" y="-588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5A915B-372C-7E1C-1BE7-8B4C3EF320EA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979F24-00AF-8ED4-031F-8FBE818A369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320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4193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1977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A32C8-E52C-678A-03CF-B328B48D36EE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9894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12660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303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1C5311-226A-7A97-9DDF-0DA6BC1DE5F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E25A050E-B292-4F72-A184-96D4176787A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A6EC15B2-BEA9-440B-B22E-7413D22075D8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2B2E7F-BDA1-4C3A-913C-615331DE3A9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95609780-BCDC-47F6-93AF-301452CFBAC1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0BA5F822-A706-4293-AA7B-3806FC0597D7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7D3CE60B-EF35-4EE6-ADF5-263041FA475E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6786AEA3-35B0-45D9-A548-344D191806C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3E0A7B00-51DA-4527-BCC4-D65185E7304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2892BC66-77E0-4E7D-BAD0-1A6091598884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6A52AF-E890-4BF5-856A-18A43F44C75C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46B07EF8-5225-4594-827D-FCC915E36607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lstStyle/>
          <a:p>
            <a:pPr>
              <a:defRPr/>
            </a:pPr>
            <a:fld id="{17D9F43A-C5FF-433B-8437-E78F298A5D0F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E526D618-988B-4763-9DAF-E60E2D1755E0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7D9A214-15E8-418C-BCC4-808BF47A641E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F0243474-5E44-4831-90F6-ED6024297AFD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9131BCE6-FCE0-4B20-8251-53179FF43D47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9037520-6FDD-49E8-98CA-C75C3D3B9296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 bwMode="auto">
          <a:xfrm>
            <a:off x="837720" y="364680"/>
            <a:ext cx="1051488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6D6F475-ADCC-46EF-A005-F4879B2578B8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6CD5C2D5-AFEB-4203-B6BB-3234BBC07EA1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781A4DE3-40EC-4775-B26B-E69707F5046C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8BB66AD6-105A-48D8-ADAF-C89BBC1512CA}" type="slidenum">
              <a:r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105148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C8318770-969A-42FE-A814-B1EA1B815BC2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 bwMode="auto">
          <a:xfrm>
            <a:off x="6225840" y="182520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 bwMode="auto">
          <a:xfrm>
            <a:off x="6225840" y="409788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377A456-32CE-419A-AEEB-843B80E73633}" type="slidenum">
              <a:r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defRPr/>
            </a:pPr>
            <a:endParaRPr lang="ru-RU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 bwMode="auto">
          <a:xfrm>
            <a:off x="439272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 bwMode="auto">
          <a:xfrm>
            <a:off x="7948080" y="182520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 bwMode="auto">
          <a:xfrm>
            <a:off x="837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 bwMode="auto">
          <a:xfrm>
            <a:off x="439272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 bwMode="auto">
          <a:xfrm>
            <a:off x="7948080" y="4097880"/>
            <a:ext cx="33854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lnSpc>
                <a:spcPct val="90000"/>
              </a:lnSpc>
              <a:spcBef>
                <a:spcPts val="1409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 bwMode="auto"/>
        <p:txBody>
          <a:bodyPr/>
          <a:lstStyle/>
          <a:p>
            <a:pPr>
              <a:defRPr/>
            </a:pPr>
            <a:fld id="{D45C532E-DC8A-4FC3-AFE1-B5E430FCF083}" type="slidenum">
              <a:r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 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 </a:t>
            </a:r>
            <a:endParaRPr/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10E352E6-A6A2-4F6F-B46A-F48437F8FBAC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 bwMode="auto">
          <a:xfrm>
            <a:off x="609120" y="1603800"/>
            <a:ext cx="10972079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09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Для правки структуры щёлкните мышью</a:t>
            </a:r>
            <a:endParaRPr/>
          </a:p>
          <a:p>
            <a:pPr marL="864000" lvl="1" indent="-324000">
              <a:lnSpc>
                <a:spcPct val="90000"/>
              </a:lnSpc>
              <a:spcBef>
                <a:spcPts val="1131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Второй уровень структуры</a:t>
            </a:r>
            <a:endParaRPr/>
          </a:p>
          <a:p>
            <a:pPr marL="1296000" lvl="2" indent="-288000">
              <a:lnSpc>
                <a:spcPct val="90000"/>
              </a:lnSpc>
              <a:spcBef>
                <a:spcPts val="848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Третий уровень структуры</a:t>
            </a:r>
            <a:endParaRPr/>
          </a:p>
          <a:p>
            <a:pPr marL="1728000" lvl="3" indent="-216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Четвёртый уровень структуры</a:t>
            </a:r>
            <a:endParaRPr/>
          </a:p>
          <a:p>
            <a:pPr marL="2160000" lvl="4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Пятый уровень структуры</a:t>
            </a:r>
            <a:endParaRPr/>
          </a:p>
          <a:p>
            <a:pPr marL="2592000" lvl="5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Шестой уровень структуры</a:t>
            </a:r>
            <a:endParaRPr/>
          </a:p>
          <a:p>
            <a:pPr marL="3024000" lvl="6" indent="-2160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Седьмой уровень структуры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  <a:endParaRPr/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  <a:endParaRPr/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  <a:endParaRPr/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  <a:endParaRPr/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  <a:endParaRPr/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 bwMode="auto">
          <a:xfrm>
            <a:off x="83772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defRPr/>
            </a:pPr>
            <a:r>
              <a:rPr lang="ru-RU" sz="1200" b="0" strike="noStrike" spc="-1">
                <a:solidFill>
                  <a:srgbClr val="8B8B8B"/>
                </a:solidFill>
                <a:latin typeface="Calibri"/>
              </a:rPr>
              <a:t>&lt;дата/время&gt;</a:t>
            </a:r>
            <a:endParaRPr lang="ru-RU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 bwMode="auto">
          <a:xfrm>
            <a:off x="4037400" y="6356160"/>
            <a:ext cx="41144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ru-RU" sz="1400" b="0" strike="noStrike" spc="-1">
                <a:latin typeface="Times New Roman"/>
              </a:defRPr>
            </a:lvl1pPr>
          </a:lstStyle>
          <a:p>
            <a:pPr algn="ctr">
              <a:buNone/>
              <a:defRPr/>
            </a:pPr>
            <a:r>
              <a:rPr lang="ru-RU" sz="1400" b="0" strike="noStrike" spc="-1">
                <a:latin typeface="Times New Roman"/>
              </a:rPr>
              <a:t>&lt;нижний колонтитул&gt;</a:t>
            </a:r>
            <a:endParaRPr/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09760" y="6356160"/>
            <a:ext cx="2742840" cy="365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ru-RU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defRPr/>
            </a:pPr>
            <a:fld id="{5D055F14-F48E-4168-98EA-A8E7AE705CB2}" type="slidenum">
              <a:rPr lang="ru-RU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ru-RU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 bwMode="auto">
          <a:xfrm>
            <a:off x="1523520" y="1121760"/>
            <a:ext cx="914328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ctr">
              <a:lnSpc>
                <a:spcPct val="90000"/>
              </a:lnSpc>
              <a:buNone/>
              <a:defRPr/>
            </a:pPr>
            <a:r>
              <a:rPr lang="ru-RU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Случайные (рандомные) числа </a:t>
            </a:r>
            <a:r>
              <a:rPr lang="en-US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C#</a:t>
            </a:r>
            <a:br>
              <a:rPr lang="en-US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</a:br>
            <a:r>
              <a:rPr lang="ru-RU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Класс </a:t>
            </a:r>
            <a:r>
              <a:rPr lang="en-US" sz="6000" b="0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Random</a:t>
            </a:r>
            <a:endParaRPr lang="ru-RU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 bwMode="auto">
          <a:xfrm>
            <a:off x="1523520" y="360180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buNone/>
              <a:defRPr/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Класс </a:t>
            </a:r>
            <a:r>
              <a:rPr lang="en-US" sz="4400" b="1" strike="noStrike" spc="-1">
                <a:solidFill>
                  <a:srgbClr val="000000"/>
                </a:solidFill>
                <a:latin typeface="Calibri Light"/>
              </a:rPr>
              <a:t>Random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Random – это класс C#, используемый для генерации чисел случайным образом.</a:t>
            </a:r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227697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С</a:t>
            </a:r>
            <a:r>
              <a:rPr lang="ru-RU" sz="4400" b="1" i="0" u="none" strike="noStrike" cap="none" spc="0">
                <a:solidFill>
                  <a:srgbClr val="000000"/>
                </a:solidFill>
                <a:latin typeface="Calibri Light"/>
                <a:ea typeface="Calibri Light"/>
                <a:cs typeface="Calibri Light"/>
              </a:rPr>
              <a:t>лучайное целое число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9989481" name="Объект 2"/>
          <p:cNvSpPr/>
          <p:nvPr/>
        </p:nvSpPr>
        <p:spPr bwMode="auto">
          <a:xfrm flipH="0" flipV="0">
            <a:off x="837720" y="1815780"/>
            <a:ext cx="10515238" cy="3052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rgbClr val="5B9BD5">
                <a:lumMod val="75000"/>
              </a:srgbClr>
            </a:solidFill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Random rnd = new Random ();</a:t>
            </a:r>
            <a:r>
              <a:rPr lang="en-US"/>
              <a:t> //</a:t>
            </a:r>
            <a:r>
              <a:rPr lang="ru-RU"/>
              <a:t>создание экземпляра</a:t>
            </a:r>
            <a:endParaRPr/>
          </a:p>
          <a:p>
            <a:pPr>
              <a:defRPr/>
            </a:pPr>
            <a:r>
              <a:rPr lang="en-US"/>
              <a:t>rnd.Next(start</a:t>
            </a:r>
            <a:r>
              <a:rPr lang="en-US"/>
              <a:t>, end);</a:t>
            </a:r>
            <a:r>
              <a:rPr/>
              <a:t> //генерация числа в диапазоне </a:t>
            </a:r>
            <a:r>
              <a:rPr lang="en-US"/>
              <a:t>start 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976991" name="PlaceHolder 1"/>
          <p:cNvSpPr>
            <a:spLocks noGrp="1"/>
          </p:cNvSpPr>
          <p:nvPr>
            <p:ph type="title"/>
          </p:nvPr>
        </p:nvSpPr>
        <p:spPr bwMode="auto">
          <a:xfrm>
            <a:off x="837720" y="36468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buNone/>
              <a:defRPr/>
            </a:pPr>
            <a:r>
              <a:rPr lang="ru-RU" sz="4400" b="1" strike="noStrike" spc="0">
                <a:solidFill>
                  <a:srgbClr val="000000"/>
                </a:solidFill>
                <a:latin typeface="Calibri Light"/>
              </a:rPr>
              <a:t>Методы и свойства </a:t>
            </a:r>
            <a:endParaRPr lang="ru-RU" sz="4400" b="0" strike="noStrike" spc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2140948" name="PlaceHolder 2"/>
          <p:cNvSpPr>
            <a:spLocks noGrp="1"/>
          </p:cNvSpPr>
          <p:nvPr>
            <p:ph/>
          </p:nvPr>
        </p:nvSpPr>
        <p:spPr bwMode="auto">
          <a:xfrm>
            <a:off x="837720" y="1825200"/>
            <a:ext cx="1051488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</a:t>
            </a:r>
            <a:r>
              <a:rPr lang="en-US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()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вернет 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случайное целое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 (Int i)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вернет случайное число, которое будет меньше i.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 (int10, Int10)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возврат числа в заданном диапазоне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ru-RU" sz="2800" b="1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NextDouble ()</a:t>
            </a:r>
            <a:r>
              <a:rPr lang="ru-RU" sz="28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Вернет случайное число с плавающей запятой, которое &gt;= 0.0 и меньше единицы.</a:t>
            </a:r>
            <a:endParaRPr lang="ru-RU" sz="28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 algn="just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  <a:defRPr/>
            </a:pPr>
            <a:endParaRPr lang="ru-RU" sz="2800" b="0" strike="noStrike" spc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ONLYOFFICE/8.2.2.22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Theme 1</vt:lpstr>
      <vt:lpstr>Theme 2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Элементы управления Win Forms</dc:title>
  <dc:subject/>
  <dc:creator>221</dc:creator>
  <dc:description/>
  <dc:language>ru-RU</dc:language>
  <cp:lastModifiedBy/>
  <cp:revision>31</cp:revision>
  <dcterms:created xsi:type="dcterms:W3CDTF">2025-11-07T06:03:59Z</dcterms:created>
  <dcterms:modified xsi:type="dcterms:W3CDTF">2025-11-28T10:46:26Z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28</vt:i4>
  </property>
</Properties>
</file>